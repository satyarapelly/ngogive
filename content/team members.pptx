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505" r:id="rId2"/>
    <p:sldId id="2544" r:id="rId3"/>
    <p:sldId id="2606" r:id="rId4"/>
    <p:sldId id="2589" r:id="rId5"/>
    <p:sldId id="2590" r:id="rId6"/>
    <p:sldId id="2591" r:id="rId7"/>
    <p:sldId id="260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8CC07D8-439E-8FE8-ABCF-1DA464E93EE6}" name="Give NGO" initials="GN" userId="26136843710c26e4"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c52" initials="p" lastIdx="1" clrIdx="0">
    <p:extLst>
      <p:ext uri="{19B8F6BF-5375-455C-9EA6-DF929625EA0E}">
        <p15:presenceInfo xmlns:p15="http://schemas.microsoft.com/office/powerpoint/2012/main" userId="pc52"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FF9900"/>
    <a:srgbClr val="5A6B84"/>
    <a:srgbClr val="6AE6CA"/>
    <a:srgbClr val="377B7D"/>
    <a:srgbClr val="E8F4F4"/>
    <a:srgbClr val="E9F0F0"/>
    <a:srgbClr val="F1F9F9"/>
    <a:srgbClr val="FFFFFF"/>
    <a:srgbClr val="49A3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CC7F6-7541-47B6-B17B-3A47FB2C2F01}" v="18" dt="2023-09-22T09:18:00.822"/>
    <p1510:client id="{A006493F-F4AF-4B5F-819B-72A86AD3C913}" v="19" dt="2023-09-22T09:28:36.7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ve NGO" userId="26136843710c26e4" providerId="LiveId" clId="{6E580F54-7AAB-45E3-8640-A6C1F34E7532}"/>
    <pc:docChg chg="undo custSel addSld delSld modSld">
      <pc:chgData name="Give NGO" userId="26136843710c26e4" providerId="LiveId" clId="{6E580F54-7AAB-45E3-8640-A6C1F34E7532}" dt="2023-09-12T06:58:25.805" v="1469" actId="108"/>
      <pc:docMkLst>
        <pc:docMk/>
      </pc:docMkLst>
      <pc:sldChg chg="modSp del mod">
        <pc:chgData name="Give NGO" userId="26136843710c26e4" providerId="LiveId" clId="{6E580F54-7AAB-45E3-8640-A6C1F34E7532}" dt="2023-09-12T06:30:29.334" v="1221" actId="2696"/>
        <pc:sldMkLst>
          <pc:docMk/>
          <pc:sldMk cId="1991239042" sldId="2485"/>
        </pc:sldMkLst>
        <pc:spChg chg="mod">
          <ac:chgData name="Give NGO" userId="26136843710c26e4" providerId="LiveId" clId="{6E580F54-7AAB-45E3-8640-A6C1F34E7532}" dt="2023-09-12T06:02:20.100" v="607" actId="20577"/>
          <ac:spMkLst>
            <pc:docMk/>
            <pc:sldMk cId="1991239042" sldId="2485"/>
            <ac:spMk id="2" creationId="{DA90FF7F-26D8-4F75-9CCD-62988C07B9A8}"/>
          </ac:spMkLst>
        </pc:spChg>
        <pc:graphicFrameChg chg="mod modGraphic">
          <ac:chgData name="Give NGO" userId="26136843710c26e4" providerId="LiveId" clId="{6E580F54-7AAB-45E3-8640-A6C1F34E7532}" dt="2023-09-12T06:05:50.583" v="638" actId="20577"/>
          <ac:graphicFrameMkLst>
            <pc:docMk/>
            <pc:sldMk cId="1991239042" sldId="2485"/>
            <ac:graphicFrameMk id="5" creationId="{C8F7CFF9-0AD8-40C8-A52B-A735C4E9B700}"/>
          </ac:graphicFrameMkLst>
        </pc:graphicFrameChg>
      </pc:sldChg>
      <pc:sldChg chg="modSp mod modNotesTx">
        <pc:chgData name="Give NGO" userId="26136843710c26e4" providerId="LiveId" clId="{6E580F54-7AAB-45E3-8640-A6C1F34E7532}" dt="2023-09-12T06:02:01.076" v="597" actId="20577"/>
        <pc:sldMkLst>
          <pc:docMk/>
          <pc:sldMk cId="4292570253" sldId="2573"/>
        </pc:sldMkLst>
        <pc:spChg chg="mod">
          <ac:chgData name="Give NGO" userId="26136843710c26e4" providerId="LiveId" clId="{6E580F54-7AAB-45E3-8640-A6C1F34E7532}" dt="2023-09-12T06:02:01.076" v="597" actId="20577"/>
          <ac:spMkLst>
            <pc:docMk/>
            <pc:sldMk cId="4292570253" sldId="2573"/>
            <ac:spMk id="2" creationId="{07496AFB-07CA-4E68-A936-D71BA92C6089}"/>
          </ac:spMkLst>
        </pc:spChg>
        <pc:spChg chg="mod">
          <ac:chgData name="Give NGO" userId="26136843710c26e4" providerId="LiveId" clId="{6E580F54-7AAB-45E3-8640-A6C1F34E7532}" dt="2023-09-12T05:47:58.438" v="378" actId="20577"/>
          <ac:spMkLst>
            <pc:docMk/>
            <pc:sldMk cId="4292570253" sldId="2573"/>
            <ac:spMk id="7" creationId="{9B7D2A46-9D04-5A17-E20B-290F9AD39C8C}"/>
          </ac:spMkLst>
        </pc:spChg>
        <pc:spChg chg="mod">
          <ac:chgData name="Give NGO" userId="26136843710c26e4" providerId="LiveId" clId="{6E580F54-7AAB-45E3-8640-A6C1F34E7532}" dt="2023-09-12T05:41:05.317" v="138" actId="14100"/>
          <ac:spMkLst>
            <pc:docMk/>
            <pc:sldMk cId="4292570253" sldId="2573"/>
            <ac:spMk id="118" creationId="{CB5774A1-E53F-4273-886F-DFB7C2C4A9B5}"/>
          </ac:spMkLst>
        </pc:spChg>
      </pc:sldChg>
      <pc:sldChg chg="addSp delSp modSp mod">
        <pc:chgData name="Give NGO" userId="26136843710c26e4" providerId="LiveId" clId="{6E580F54-7AAB-45E3-8640-A6C1F34E7532}" dt="2023-09-12T06:43:25.381" v="1360" actId="20577"/>
        <pc:sldMkLst>
          <pc:docMk/>
          <pc:sldMk cId="2293299855" sldId="2610"/>
        </pc:sldMkLst>
        <pc:spChg chg="mod">
          <ac:chgData name="Give NGO" userId="26136843710c26e4" providerId="LiveId" clId="{6E580F54-7AAB-45E3-8640-A6C1F34E7532}" dt="2023-09-12T06:02:06.426" v="599" actId="20577"/>
          <ac:spMkLst>
            <pc:docMk/>
            <pc:sldMk cId="2293299855" sldId="2610"/>
            <ac:spMk id="2" creationId="{07496AFB-07CA-4E68-A936-D71BA92C6089}"/>
          </ac:spMkLst>
        </pc:spChg>
        <pc:spChg chg="mod">
          <ac:chgData name="Give NGO" userId="26136843710c26e4" providerId="LiveId" clId="{6E580F54-7AAB-45E3-8640-A6C1F34E7532}" dt="2023-09-12T05:39:08.221" v="122"/>
          <ac:spMkLst>
            <pc:docMk/>
            <pc:sldMk cId="2293299855" sldId="2610"/>
            <ac:spMk id="5" creationId="{C23A22C2-5EB7-CE15-9788-8143A2DA6AF2}"/>
          </ac:spMkLst>
        </pc:spChg>
        <pc:spChg chg="mod">
          <ac:chgData name="Give NGO" userId="26136843710c26e4" providerId="LiveId" clId="{6E580F54-7AAB-45E3-8640-A6C1F34E7532}" dt="2023-09-12T05:39:08.221" v="122"/>
          <ac:spMkLst>
            <pc:docMk/>
            <pc:sldMk cId="2293299855" sldId="2610"/>
            <ac:spMk id="6" creationId="{3CA28308-398A-8EB4-8F61-87E92656EB51}"/>
          </ac:spMkLst>
        </pc:spChg>
        <pc:spChg chg="mod">
          <ac:chgData name="Give NGO" userId="26136843710c26e4" providerId="LiveId" clId="{6E580F54-7AAB-45E3-8640-A6C1F34E7532}" dt="2023-09-12T05:44:37.191" v="278" actId="20577"/>
          <ac:spMkLst>
            <pc:docMk/>
            <pc:sldMk cId="2293299855" sldId="2610"/>
            <ac:spMk id="7" creationId="{9B7D2A46-9D04-5A17-E20B-290F9AD39C8C}"/>
          </ac:spMkLst>
        </pc:spChg>
        <pc:spChg chg="mod">
          <ac:chgData name="Give NGO" userId="26136843710c26e4" providerId="LiveId" clId="{6E580F54-7AAB-45E3-8640-A6C1F34E7532}" dt="2023-09-12T05:39:21.067" v="124"/>
          <ac:spMkLst>
            <pc:docMk/>
            <pc:sldMk cId="2293299855" sldId="2610"/>
            <ac:spMk id="16" creationId="{151C7418-A563-2D5D-358D-AD52A446EFE2}"/>
          </ac:spMkLst>
        </pc:spChg>
        <pc:spChg chg="mod">
          <ac:chgData name="Give NGO" userId="26136843710c26e4" providerId="LiveId" clId="{6E580F54-7AAB-45E3-8640-A6C1F34E7532}" dt="2023-09-12T05:39:21.067" v="124"/>
          <ac:spMkLst>
            <pc:docMk/>
            <pc:sldMk cId="2293299855" sldId="2610"/>
            <ac:spMk id="17" creationId="{8CBA3926-71E2-7E97-4A48-373243F38B21}"/>
          </ac:spMkLst>
        </pc:spChg>
        <pc:spChg chg="mod">
          <ac:chgData name="Give NGO" userId="26136843710c26e4" providerId="LiveId" clId="{6E580F54-7AAB-45E3-8640-A6C1F34E7532}" dt="2023-09-12T05:39:26.423" v="126"/>
          <ac:spMkLst>
            <pc:docMk/>
            <pc:sldMk cId="2293299855" sldId="2610"/>
            <ac:spMk id="19" creationId="{EA978425-012E-FE72-40E8-F79A98BBBC17}"/>
          </ac:spMkLst>
        </pc:spChg>
        <pc:spChg chg="mod">
          <ac:chgData name="Give NGO" userId="26136843710c26e4" providerId="LiveId" clId="{6E580F54-7AAB-45E3-8640-A6C1F34E7532}" dt="2023-09-12T05:39:26.423" v="126"/>
          <ac:spMkLst>
            <pc:docMk/>
            <pc:sldMk cId="2293299855" sldId="2610"/>
            <ac:spMk id="20" creationId="{3F660949-53CC-E4A9-65F6-2481096077DB}"/>
          </ac:spMkLst>
        </pc:spChg>
        <pc:spChg chg="mod">
          <ac:chgData name="Give NGO" userId="26136843710c26e4" providerId="LiveId" clId="{6E580F54-7AAB-45E3-8640-A6C1F34E7532}" dt="2023-09-12T05:39:35.178" v="128"/>
          <ac:spMkLst>
            <pc:docMk/>
            <pc:sldMk cId="2293299855" sldId="2610"/>
            <ac:spMk id="22" creationId="{B709B566-EDED-3273-160F-D0F678D62896}"/>
          </ac:spMkLst>
        </pc:spChg>
        <pc:spChg chg="mod">
          <ac:chgData name="Give NGO" userId="26136843710c26e4" providerId="LiveId" clId="{6E580F54-7AAB-45E3-8640-A6C1F34E7532}" dt="2023-09-12T05:39:35.178" v="128"/>
          <ac:spMkLst>
            <pc:docMk/>
            <pc:sldMk cId="2293299855" sldId="2610"/>
            <ac:spMk id="23" creationId="{1177F2D0-0B70-0F50-19D8-BAF1979A5705}"/>
          </ac:spMkLst>
        </pc:spChg>
        <pc:spChg chg="mod">
          <ac:chgData name="Give NGO" userId="26136843710c26e4" providerId="LiveId" clId="{6E580F54-7AAB-45E3-8640-A6C1F34E7532}" dt="2023-09-12T05:39:49.503" v="130"/>
          <ac:spMkLst>
            <pc:docMk/>
            <pc:sldMk cId="2293299855" sldId="2610"/>
            <ac:spMk id="25" creationId="{43A0C029-46C0-5322-DD76-855F71B81201}"/>
          </ac:spMkLst>
        </pc:spChg>
        <pc:spChg chg="mod">
          <ac:chgData name="Give NGO" userId="26136843710c26e4" providerId="LiveId" clId="{6E580F54-7AAB-45E3-8640-A6C1F34E7532}" dt="2023-09-12T05:39:49.503" v="130"/>
          <ac:spMkLst>
            <pc:docMk/>
            <pc:sldMk cId="2293299855" sldId="2610"/>
            <ac:spMk id="30" creationId="{32B27905-6857-2994-2F4C-502FE4FBDFCB}"/>
          </ac:spMkLst>
        </pc:spChg>
        <pc:spChg chg="mod">
          <ac:chgData name="Give NGO" userId="26136843710c26e4" providerId="LiveId" clId="{6E580F54-7AAB-45E3-8640-A6C1F34E7532}" dt="2023-09-12T05:40:12.531" v="132"/>
          <ac:spMkLst>
            <pc:docMk/>
            <pc:sldMk cId="2293299855" sldId="2610"/>
            <ac:spMk id="32" creationId="{D5AADE9C-CC1F-7DE7-927C-D078649219D3}"/>
          </ac:spMkLst>
        </pc:spChg>
        <pc:spChg chg="mod">
          <ac:chgData name="Give NGO" userId="26136843710c26e4" providerId="LiveId" clId="{6E580F54-7AAB-45E3-8640-A6C1F34E7532}" dt="2023-09-12T05:40:12.531" v="132"/>
          <ac:spMkLst>
            <pc:docMk/>
            <pc:sldMk cId="2293299855" sldId="2610"/>
            <ac:spMk id="33" creationId="{C3F67857-EE2E-3016-C74E-490646DB4F95}"/>
          </ac:spMkLst>
        </pc:spChg>
        <pc:spChg chg="add mod">
          <ac:chgData name="Give NGO" userId="26136843710c26e4" providerId="LiveId" clId="{6E580F54-7AAB-45E3-8640-A6C1F34E7532}" dt="2023-09-12T05:42:53.020" v="162" actId="1076"/>
          <ac:spMkLst>
            <pc:docMk/>
            <pc:sldMk cId="2293299855" sldId="2610"/>
            <ac:spMk id="34" creationId="{4ED5A993-1D14-DC7F-7B19-2A3871776895}"/>
          </ac:spMkLst>
        </pc:spChg>
        <pc:spChg chg="add del mod">
          <ac:chgData name="Give NGO" userId="26136843710c26e4" providerId="LiveId" clId="{6E580F54-7AAB-45E3-8640-A6C1F34E7532}" dt="2023-09-12T05:40:57.831" v="137" actId="478"/>
          <ac:spMkLst>
            <pc:docMk/>
            <pc:sldMk cId="2293299855" sldId="2610"/>
            <ac:spMk id="35" creationId="{447D5A38-7375-1D72-5C81-572DA42BC7C8}"/>
          </ac:spMkLst>
        </pc:spChg>
        <pc:spChg chg="add mod">
          <ac:chgData name="Give NGO" userId="26136843710c26e4" providerId="LiveId" clId="{6E580F54-7AAB-45E3-8640-A6C1F34E7532}" dt="2023-09-12T05:42:58.215" v="163" actId="1076"/>
          <ac:spMkLst>
            <pc:docMk/>
            <pc:sldMk cId="2293299855" sldId="2610"/>
            <ac:spMk id="36" creationId="{55FB27D4-590F-E4C8-E753-3E9EBCF62CF7}"/>
          </ac:spMkLst>
        </pc:spChg>
        <pc:spChg chg="add mod">
          <ac:chgData name="Give NGO" userId="26136843710c26e4" providerId="LiveId" clId="{6E580F54-7AAB-45E3-8640-A6C1F34E7532}" dt="2023-09-12T06:42:14.165" v="1322" actId="14100"/>
          <ac:spMkLst>
            <pc:docMk/>
            <pc:sldMk cId="2293299855" sldId="2610"/>
            <ac:spMk id="37" creationId="{90E6280F-A9E5-8F71-5F10-5CA8EDA8DC0B}"/>
          </ac:spMkLst>
        </pc:spChg>
        <pc:spChg chg="add del mod">
          <ac:chgData name="Give NGO" userId="26136843710c26e4" providerId="LiveId" clId="{6E580F54-7AAB-45E3-8640-A6C1F34E7532}" dt="2023-09-12T06:01:52.491" v="595" actId="478"/>
          <ac:spMkLst>
            <pc:docMk/>
            <pc:sldMk cId="2293299855" sldId="2610"/>
            <ac:spMk id="38" creationId="{40827B7E-0A2E-4D35-6562-D0559D208EB0}"/>
          </ac:spMkLst>
        </pc:spChg>
        <pc:grpChg chg="add mod">
          <ac:chgData name="Give NGO" userId="26136843710c26e4" providerId="LiveId" clId="{6E580F54-7AAB-45E3-8640-A6C1F34E7532}" dt="2023-09-12T05:42:49.787" v="161" actId="1076"/>
          <ac:grpSpMkLst>
            <pc:docMk/>
            <pc:sldMk cId="2293299855" sldId="2610"/>
            <ac:grpSpMk id="3" creationId="{1D950C77-9D3E-C444-E622-D97ABCC1F060}"/>
          </ac:grpSpMkLst>
        </pc:grpChg>
        <pc:grpChg chg="del">
          <ac:chgData name="Give NGO" userId="26136843710c26e4" providerId="LiveId" clId="{6E580F54-7AAB-45E3-8640-A6C1F34E7532}" dt="2023-09-12T05:38:37.630" v="114" actId="478"/>
          <ac:grpSpMkLst>
            <pc:docMk/>
            <pc:sldMk cId="2293299855" sldId="2610"/>
            <ac:grpSpMk id="8" creationId="{8DB49BCC-1177-1C05-8621-C13458EDEB22}"/>
          </ac:grpSpMkLst>
        </pc:grpChg>
        <pc:grpChg chg="del">
          <ac:chgData name="Give NGO" userId="26136843710c26e4" providerId="LiveId" clId="{6E580F54-7AAB-45E3-8640-A6C1F34E7532}" dt="2023-09-12T05:38:42.502" v="118" actId="478"/>
          <ac:grpSpMkLst>
            <pc:docMk/>
            <pc:sldMk cId="2293299855" sldId="2610"/>
            <ac:grpSpMk id="12" creationId="{473AC8C2-965F-42F5-C0E5-B07DD83170C9}"/>
          </ac:grpSpMkLst>
        </pc:grpChg>
        <pc:grpChg chg="add mod">
          <ac:chgData name="Give NGO" userId="26136843710c26e4" providerId="LiveId" clId="{6E580F54-7AAB-45E3-8640-A6C1F34E7532}" dt="2023-09-12T05:42:13.141" v="157" actId="1076"/>
          <ac:grpSpMkLst>
            <pc:docMk/>
            <pc:sldMk cId="2293299855" sldId="2610"/>
            <ac:grpSpMk id="15" creationId="{3E61D535-9200-9452-E100-CCDC6BEA3D81}"/>
          </ac:grpSpMkLst>
        </pc:grpChg>
        <pc:grpChg chg="add mod">
          <ac:chgData name="Give NGO" userId="26136843710c26e4" providerId="LiveId" clId="{6E580F54-7AAB-45E3-8640-A6C1F34E7532}" dt="2023-09-12T05:42:13.141" v="157" actId="1076"/>
          <ac:grpSpMkLst>
            <pc:docMk/>
            <pc:sldMk cId="2293299855" sldId="2610"/>
            <ac:grpSpMk id="18" creationId="{01B1E7B9-BBDF-F5BB-B571-DFD23B33CDDD}"/>
          </ac:grpSpMkLst>
        </pc:grpChg>
        <pc:grpChg chg="add mod">
          <ac:chgData name="Give NGO" userId="26136843710c26e4" providerId="LiveId" clId="{6E580F54-7AAB-45E3-8640-A6C1F34E7532}" dt="2023-09-12T05:42:13.141" v="157" actId="1076"/>
          <ac:grpSpMkLst>
            <pc:docMk/>
            <pc:sldMk cId="2293299855" sldId="2610"/>
            <ac:grpSpMk id="21" creationId="{11A89EBD-7DA4-4FDC-2A30-8DC6DE18653F}"/>
          </ac:grpSpMkLst>
        </pc:grpChg>
        <pc:grpChg chg="add mod">
          <ac:chgData name="Give NGO" userId="26136843710c26e4" providerId="LiveId" clId="{6E580F54-7AAB-45E3-8640-A6C1F34E7532}" dt="2023-09-12T05:42:13.141" v="157" actId="1076"/>
          <ac:grpSpMkLst>
            <pc:docMk/>
            <pc:sldMk cId="2293299855" sldId="2610"/>
            <ac:grpSpMk id="24" creationId="{7D597BA7-B3D3-FAE6-1473-82FC6201B77B}"/>
          </ac:grpSpMkLst>
        </pc:grpChg>
        <pc:grpChg chg="add mod">
          <ac:chgData name="Give NGO" userId="26136843710c26e4" providerId="LiveId" clId="{6E580F54-7AAB-45E3-8640-A6C1F34E7532}" dt="2023-09-12T05:42:13.141" v="157" actId="1076"/>
          <ac:grpSpMkLst>
            <pc:docMk/>
            <pc:sldMk cId="2293299855" sldId="2610"/>
            <ac:grpSpMk id="31" creationId="{9A2ACCD2-2DBA-7A92-02BF-686C54781D04}"/>
          </ac:grpSpMkLst>
        </pc:grpChg>
        <pc:grpChg chg="del">
          <ac:chgData name="Give NGO" userId="26136843710c26e4" providerId="LiveId" clId="{6E580F54-7AAB-45E3-8640-A6C1F34E7532}" dt="2023-09-12T05:38:35.269" v="112" actId="478"/>
          <ac:grpSpMkLst>
            <pc:docMk/>
            <pc:sldMk cId="2293299855" sldId="2610"/>
            <ac:grpSpMk id="125" creationId="{66A90302-348D-4FD9-BA72-6C9FBAAE4A01}"/>
          </ac:grpSpMkLst>
        </pc:grpChg>
        <pc:grpChg chg="del">
          <ac:chgData name="Give NGO" userId="26136843710c26e4" providerId="LiveId" clId="{6E580F54-7AAB-45E3-8640-A6C1F34E7532}" dt="2023-09-12T05:38:36.647" v="113" actId="478"/>
          <ac:grpSpMkLst>
            <pc:docMk/>
            <pc:sldMk cId="2293299855" sldId="2610"/>
            <ac:grpSpMk id="126" creationId="{99FCD296-D3D2-4B32-9B99-31E261B01DDD}"/>
          </ac:grpSpMkLst>
        </pc:grpChg>
        <pc:grpChg chg="del">
          <ac:chgData name="Give NGO" userId="26136843710c26e4" providerId="LiveId" clId="{6E580F54-7AAB-45E3-8640-A6C1F34E7532}" dt="2023-09-12T05:38:38.557" v="115" actId="478"/>
          <ac:grpSpMkLst>
            <pc:docMk/>
            <pc:sldMk cId="2293299855" sldId="2610"/>
            <ac:grpSpMk id="127" creationId="{57B1C849-61C5-4F28-AEDE-DBEB65304244}"/>
          </ac:grpSpMkLst>
        </pc:grpChg>
        <pc:grpChg chg="del">
          <ac:chgData name="Give NGO" userId="26136843710c26e4" providerId="LiveId" clId="{6E580F54-7AAB-45E3-8640-A6C1F34E7532}" dt="2023-09-12T05:38:46.663" v="121" actId="478"/>
          <ac:grpSpMkLst>
            <pc:docMk/>
            <pc:sldMk cId="2293299855" sldId="2610"/>
            <ac:grpSpMk id="130" creationId="{A9435D23-7064-451D-928A-C92613385E1C}"/>
          </ac:grpSpMkLst>
        </pc:grpChg>
        <pc:grpChg chg="del">
          <ac:chgData name="Give NGO" userId="26136843710c26e4" providerId="LiveId" clId="{6E580F54-7AAB-45E3-8640-A6C1F34E7532}" dt="2023-09-12T05:38:40.477" v="116" actId="478"/>
          <ac:grpSpMkLst>
            <pc:docMk/>
            <pc:sldMk cId="2293299855" sldId="2610"/>
            <ac:grpSpMk id="150" creationId="{CF349E5B-E07B-4EAB-BB37-EA29DB75E3AE}"/>
          </ac:grpSpMkLst>
        </pc:grpChg>
        <pc:grpChg chg="del">
          <ac:chgData name="Give NGO" userId="26136843710c26e4" providerId="LiveId" clId="{6E580F54-7AAB-45E3-8640-A6C1F34E7532}" dt="2023-09-12T05:38:41.721" v="117" actId="478"/>
          <ac:grpSpMkLst>
            <pc:docMk/>
            <pc:sldMk cId="2293299855" sldId="2610"/>
            <ac:grpSpMk id="151" creationId="{C7BDC413-4A43-47DA-94CD-3FC782648DA5}"/>
          </ac:grpSpMkLst>
        </pc:grpChg>
        <pc:grpChg chg="del mod">
          <ac:chgData name="Give NGO" userId="26136843710c26e4" providerId="LiveId" clId="{6E580F54-7AAB-45E3-8640-A6C1F34E7532}" dt="2023-09-12T05:38:45.326" v="120" actId="478"/>
          <ac:grpSpMkLst>
            <pc:docMk/>
            <pc:sldMk cId="2293299855" sldId="2610"/>
            <ac:grpSpMk id="152" creationId="{CEE28E7C-504A-450E-B9E0-4261736EA5B7}"/>
          </ac:grpSpMkLst>
        </pc:grpChg>
        <pc:graphicFrameChg chg="mod modGraphic">
          <ac:chgData name="Give NGO" userId="26136843710c26e4" providerId="LiveId" clId="{6E580F54-7AAB-45E3-8640-A6C1F34E7532}" dt="2023-09-12T06:43:25.381" v="1360" actId="20577"/>
          <ac:graphicFrameMkLst>
            <pc:docMk/>
            <pc:sldMk cId="2293299855" sldId="2610"/>
            <ac:graphicFrameMk id="4" creationId="{F83855A0-2457-487C-AC3C-A2EDC9A00BC8}"/>
          </ac:graphicFrameMkLst>
        </pc:graphicFrameChg>
      </pc:sldChg>
      <pc:sldChg chg="addSp delSp modSp add mod">
        <pc:chgData name="Give NGO" userId="26136843710c26e4" providerId="LiveId" clId="{6E580F54-7AAB-45E3-8640-A6C1F34E7532}" dt="2023-09-12T06:54:28.958" v="1467" actId="20577"/>
        <pc:sldMkLst>
          <pc:docMk/>
          <pc:sldMk cId="2675587602" sldId="2611"/>
        </pc:sldMkLst>
        <pc:spChg chg="mod">
          <ac:chgData name="Give NGO" userId="26136843710c26e4" providerId="LiveId" clId="{6E580F54-7AAB-45E3-8640-A6C1F34E7532}" dt="2023-09-12T06:02:13.507" v="603" actId="20577"/>
          <ac:spMkLst>
            <pc:docMk/>
            <pc:sldMk cId="2675587602" sldId="2611"/>
            <ac:spMk id="2" creationId="{07496AFB-07CA-4E68-A936-D71BA92C6089}"/>
          </ac:spMkLst>
        </pc:spChg>
        <pc:spChg chg="mod">
          <ac:chgData name="Give NGO" userId="26136843710c26e4" providerId="LiveId" clId="{6E580F54-7AAB-45E3-8640-A6C1F34E7532}" dt="2023-09-12T06:01:05.874" v="587" actId="20577"/>
          <ac:spMkLst>
            <pc:docMk/>
            <pc:sldMk cId="2675587602" sldId="2611"/>
            <ac:spMk id="7" creationId="{9B7D2A46-9D04-5A17-E20B-290F9AD39C8C}"/>
          </ac:spMkLst>
        </pc:spChg>
        <pc:spChg chg="mod">
          <ac:chgData name="Give NGO" userId="26136843710c26e4" providerId="LiveId" clId="{6E580F54-7AAB-45E3-8640-A6C1F34E7532}" dt="2023-09-12T06:16:50.047" v="777"/>
          <ac:spMkLst>
            <pc:docMk/>
            <pc:sldMk cId="2675587602" sldId="2611"/>
            <ac:spMk id="9" creationId="{3130DC57-B958-1B41-3931-01D6DDC610DC}"/>
          </ac:spMkLst>
        </pc:spChg>
        <pc:spChg chg="mod">
          <ac:chgData name="Give NGO" userId="26136843710c26e4" providerId="LiveId" clId="{6E580F54-7AAB-45E3-8640-A6C1F34E7532}" dt="2023-09-12T06:16:50.047" v="777"/>
          <ac:spMkLst>
            <pc:docMk/>
            <pc:sldMk cId="2675587602" sldId="2611"/>
            <ac:spMk id="10" creationId="{FE28535D-0EC0-4A8F-B45E-5E7432920196}"/>
          </ac:spMkLst>
        </pc:spChg>
        <pc:spChg chg="mod">
          <ac:chgData name="Give NGO" userId="26136843710c26e4" providerId="LiveId" clId="{6E580F54-7AAB-45E3-8640-A6C1F34E7532}" dt="2023-09-12T05:54:51.030" v="489" actId="1076"/>
          <ac:spMkLst>
            <pc:docMk/>
            <pc:sldMk cId="2675587602" sldId="2611"/>
            <ac:spMk id="36" creationId="{55FB27D4-590F-E4C8-E753-3E9EBCF62CF7}"/>
          </ac:spMkLst>
        </pc:spChg>
        <pc:spChg chg="del mod">
          <ac:chgData name="Give NGO" userId="26136843710c26e4" providerId="LiveId" clId="{6E580F54-7AAB-45E3-8640-A6C1F34E7532}" dt="2023-09-12T06:01:47.642" v="594" actId="478"/>
          <ac:spMkLst>
            <pc:docMk/>
            <pc:sldMk cId="2675587602" sldId="2611"/>
            <ac:spMk id="37" creationId="{90E6280F-A9E5-8F71-5F10-5CA8EDA8DC0B}"/>
          </ac:spMkLst>
        </pc:spChg>
        <pc:spChg chg="mod">
          <ac:chgData name="Give NGO" userId="26136843710c26e4" providerId="LiveId" clId="{6E580F54-7AAB-45E3-8640-A6C1F34E7532}" dt="2023-09-12T06:46:28.637" v="1447" actId="14100"/>
          <ac:spMkLst>
            <pc:docMk/>
            <pc:sldMk cId="2675587602" sldId="2611"/>
            <ac:spMk id="38" creationId="{40827B7E-0A2E-4D35-6562-D0559D208EB0}"/>
          </ac:spMkLst>
        </pc:spChg>
        <pc:grpChg chg="mod">
          <ac:chgData name="Give NGO" userId="26136843710c26e4" providerId="LiveId" clId="{6E580F54-7AAB-45E3-8640-A6C1F34E7532}" dt="2023-09-12T06:16:47.478" v="776" actId="1076"/>
          <ac:grpSpMkLst>
            <pc:docMk/>
            <pc:sldMk cId="2675587602" sldId="2611"/>
            <ac:grpSpMk id="3" creationId="{1D950C77-9D3E-C444-E622-D97ABCC1F060}"/>
          </ac:grpSpMkLst>
        </pc:grpChg>
        <pc:grpChg chg="add mod">
          <ac:chgData name="Give NGO" userId="26136843710c26e4" providerId="LiveId" clId="{6E580F54-7AAB-45E3-8640-A6C1F34E7532}" dt="2023-09-12T06:16:54.109" v="778" actId="1076"/>
          <ac:grpSpMkLst>
            <pc:docMk/>
            <pc:sldMk cId="2675587602" sldId="2611"/>
            <ac:grpSpMk id="8" creationId="{A5A63A1D-A59F-1856-8015-83D793E27881}"/>
          </ac:grpSpMkLst>
        </pc:grpChg>
        <pc:grpChg chg="mod">
          <ac:chgData name="Give NGO" userId="26136843710c26e4" providerId="LiveId" clId="{6E580F54-7AAB-45E3-8640-A6C1F34E7532}" dt="2023-09-12T06:10:13.252" v="663" actId="1076"/>
          <ac:grpSpMkLst>
            <pc:docMk/>
            <pc:sldMk cId="2675587602" sldId="2611"/>
            <ac:grpSpMk id="15" creationId="{3E61D535-9200-9452-E100-CCDC6BEA3D81}"/>
          </ac:grpSpMkLst>
        </pc:grpChg>
        <pc:grpChg chg="mod">
          <ac:chgData name="Give NGO" userId="26136843710c26e4" providerId="LiveId" clId="{6E580F54-7AAB-45E3-8640-A6C1F34E7532}" dt="2023-09-12T06:10:10.239" v="662" actId="1076"/>
          <ac:grpSpMkLst>
            <pc:docMk/>
            <pc:sldMk cId="2675587602" sldId="2611"/>
            <ac:grpSpMk id="18" creationId="{01B1E7B9-BBDF-F5BB-B571-DFD23B33CDDD}"/>
          </ac:grpSpMkLst>
        </pc:grpChg>
        <pc:grpChg chg="del">
          <ac:chgData name="Give NGO" userId="26136843710c26e4" providerId="LiveId" clId="{6E580F54-7AAB-45E3-8640-A6C1F34E7532}" dt="2023-09-12T05:57:35.655" v="513" actId="478"/>
          <ac:grpSpMkLst>
            <pc:docMk/>
            <pc:sldMk cId="2675587602" sldId="2611"/>
            <ac:grpSpMk id="21" creationId="{11A89EBD-7DA4-4FDC-2A30-8DC6DE18653F}"/>
          </ac:grpSpMkLst>
        </pc:grpChg>
        <pc:grpChg chg="mod">
          <ac:chgData name="Give NGO" userId="26136843710c26e4" providerId="LiveId" clId="{6E580F54-7AAB-45E3-8640-A6C1F34E7532}" dt="2023-09-12T06:02:54.429" v="612" actId="1076"/>
          <ac:grpSpMkLst>
            <pc:docMk/>
            <pc:sldMk cId="2675587602" sldId="2611"/>
            <ac:grpSpMk id="24" creationId="{7D597BA7-B3D3-FAE6-1473-82FC6201B77B}"/>
          </ac:grpSpMkLst>
        </pc:grpChg>
        <pc:grpChg chg="mod">
          <ac:chgData name="Give NGO" userId="26136843710c26e4" providerId="LiveId" clId="{6E580F54-7AAB-45E3-8640-A6C1F34E7532}" dt="2023-09-12T06:02:51.309" v="611" actId="1076"/>
          <ac:grpSpMkLst>
            <pc:docMk/>
            <pc:sldMk cId="2675587602" sldId="2611"/>
            <ac:grpSpMk id="31" creationId="{9A2ACCD2-2DBA-7A92-02BF-686C54781D04}"/>
          </ac:grpSpMkLst>
        </pc:grpChg>
        <pc:graphicFrameChg chg="mod modGraphic">
          <ac:chgData name="Give NGO" userId="26136843710c26e4" providerId="LiveId" clId="{6E580F54-7AAB-45E3-8640-A6C1F34E7532}" dt="2023-09-12T06:54:28.958" v="1467" actId="20577"/>
          <ac:graphicFrameMkLst>
            <pc:docMk/>
            <pc:sldMk cId="2675587602" sldId="2611"/>
            <ac:graphicFrameMk id="4" creationId="{F83855A0-2457-487C-AC3C-A2EDC9A00BC8}"/>
          </ac:graphicFrameMkLst>
        </pc:graphicFrameChg>
      </pc:sldChg>
      <pc:sldChg chg="delSp modSp add mod">
        <pc:chgData name="Give NGO" userId="26136843710c26e4" providerId="LiveId" clId="{6E580F54-7AAB-45E3-8640-A6C1F34E7532}" dt="2023-09-12T06:58:25.805" v="1469" actId="108"/>
        <pc:sldMkLst>
          <pc:docMk/>
          <pc:sldMk cId="1971573453" sldId="2612"/>
        </pc:sldMkLst>
        <pc:spChg chg="mod">
          <ac:chgData name="Give NGO" userId="26136843710c26e4" providerId="LiveId" clId="{6E580F54-7AAB-45E3-8640-A6C1F34E7532}" dt="2023-09-12T06:30:37.717" v="1223" actId="20577"/>
          <ac:spMkLst>
            <pc:docMk/>
            <pc:sldMk cId="1971573453" sldId="2612"/>
            <ac:spMk id="2" creationId="{07496AFB-07CA-4E68-A936-D71BA92C6089}"/>
          </ac:spMkLst>
        </pc:spChg>
        <pc:spChg chg="del">
          <ac:chgData name="Give NGO" userId="26136843710c26e4" providerId="LiveId" clId="{6E580F54-7AAB-45E3-8640-A6C1F34E7532}" dt="2023-09-12T06:18:48.839" v="843" actId="478"/>
          <ac:spMkLst>
            <pc:docMk/>
            <pc:sldMk cId="1971573453" sldId="2612"/>
            <ac:spMk id="7" creationId="{9B7D2A46-9D04-5A17-E20B-290F9AD39C8C}"/>
          </ac:spMkLst>
        </pc:spChg>
        <pc:spChg chg="mod">
          <ac:chgData name="Give NGO" userId="26136843710c26e4" providerId="LiveId" clId="{6E580F54-7AAB-45E3-8640-A6C1F34E7532}" dt="2023-09-12T06:26:59.953" v="1144" actId="1076"/>
          <ac:spMkLst>
            <pc:docMk/>
            <pc:sldMk cId="1971573453" sldId="2612"/>
            <ac:spMk id="34" creationId="{4ED5A993-1D14-DC7F-7B19-2A3871776895}"/>
          </ac:spMkLst>
        </pc:spChg>
        <pc:spChg chg="mod">
          <ac:chgData name="Give NGO" userId="26136843710c26e4" providerId="LiveId" clId="{6E580F54-7AAB-45E3-8640-A6C1F34E7532}" dt="2023-09-12T06:19:14.726" v="845" actId="1076"/>
          <ac:spMkLst>
            <pc:docMk/>
            <pc:sldMk cId="1971573453" sldId="2612"/>
            <ac:spMk id="36" creationId="{55FB27D4-590F-E4C8-E753-3E9EBCF62CF7}"/>
          </ac:spMkLst>
        </pc:spChg>
        <pc:spChg chg="mod">
          <ac:chgData name="Give NGO" userId="26136843710c26e4" providerId="LiveId" clId="{6E580F54-7AAB-45E3-8640-A6C1F34E7532}" dt="2023-09-12T06:47:11.248" v="1448" actId="20577"/>
          <ac:spMkLst>
            <pc:docMk/>
            <pc:sldMk cId="1971573453" sldId="2612"/>
            <ac:spMk id="38" creationId="{40827B7E-0A2E-4D35-6562-D0559D208EB0}"/>
          </ac:spMkLst>
        </pc:spChg>
        <pc:grpChg chg="mod">
          <ac:chgData name="Give NGO" userId="26136843710c26e4" providerId="LiveId" clId="{6E580F54-7AAB-45E3-8640-A6C1F34E7532}" dt="2023-09-12T06:26:39.922" v="1143" actId="1076"/>
          <ac:grpSpMkLst>
            <pc:docMk/>
            <pc:sldMk cId="1971573453" sldId="2612"/>
            <ac:grpSpMk id="3" creationId="{1D950C77-9D3E-C444-E622-D97ABCC1F060}"/>
          </ac:grpSpMkLst>
        </pc:grpChg>
        <pc:grpChg chg="del mod">
          <ac:chgData name="Give NGO" userId="26136843710c26e4" providerId="LiveId" clId="{6E580F54-7AAB-45E3-8640-A6C1F34E7532}" dt="2023-09-12T06:26:36.622" v="1142" actId="478"/>
          <ac:grpSpMkLst>
            <pc:docMk/>
            <pc:sldMk cId="1971573453" sldId="2612"/>
            <ac:grpSpMk id="8" creationId="{A5A63A1D-A59F-1856-8015-83D793E27881}"/>
          </ac:grpSpMkLst>
        </pc:grpChg>
        <pc:grpChg chg="mod">
          <ac:chgData name="Give NGO" userId="26136843710c26e4" providerId="LiveId" clId="{6E580F54-7AAB-45E3-8640-A6C1F34E7532}" dt="2023-09-12T06:19:43.083" v="851" actId="1076"/>
          <ac:grpSpMkLst>
            <pc:docMk/>
            <pc:sldMk cId="1971573453" sldId="2612"/>
            <ac:grpSpMk id="15" creationId="{3E61D535-9200-9452-E100-CCDC6BEA3D81}"/>
          </ac:grpSpMkLst>
        </pc:grpChg>
        <pc:grpChg chg="mod">
          <ac:chgData name="Give NGO" userId="26136843710c26e4" providerId="LiveId" clId="{6E580F54-7AAB-45E3-8640-A6C1F34E7532}" dt="2023-09-12T06:19:47.822" v="852" actId="1076"/>
          <ac:grpSpMkLst>
            <pc:docMk/>
            <pc:sldMk cId="1971573453" sldId="2612"/>
            <ac:grpSpMk id="18" creationId="{01B1E7B9-BBDF-F5BB-B571-DFD23B33CDDD}"/>
          </ac:grpSpMkLst>
        </pc:grpChg>
        <pc:grpChg chg="mod">
          <ac:chgData name="Give NGO" userId="26136843710c26e4" providerId="LiveId" clId="{6E580F54-7AAB-45E3-8640-A6C1F34E7532}" dt="2023-09-12T06:19:37.981" v="850" actId="1076"/>
          <ac:grpSpMkLst>
            <pc:docMk/>
            <pc:sldMk cId="1971573453" sldId="2612"/>
            <ac:grpSpMk id="24" creationId="{7D597BA7-B3D3-FAE6-1473-82FC6201B77B}"/>
          </ac:grpSpMkLst>
        </pc:grpChg>
        <pc:graphicFrameChg chg="mod modGraphic">
          <ac:chgData name="Give NGO" userId="26136843710c26e4" providerId="LiveId" clId="{6E580F54-7AAB-45E3-8640-A6C1F34E7532}" dt="2023-09-12T06:58:25.805" v="1469" actId="108"/>
          <ac:graphicFrameMkLst>
            <pc:docMk/>
            <pc:sldMk cId="1971573453" sldId="2612"/>
            <ac:graphicFrameMk id="4" creationId="{F83855A0-2457-487C-AC3C-A2EDC9A00BC8}"/>
          </ac:graphicFrameMkLst>
        </pc:graphicFrameChg>
      </pc:sldChg>
    </pc:docChg>
  </pc:docChgLst>
  <pc:docChgLst>
    <pc:chgData name="Give NGO" userId="26136843710c26e4" providerId="Windows Live" clId="Web-{A5B99B33-D731-43D3-ABC7-FD826C421FA0}"/>
    <pc:docChg chg="modSld">
      <pc:chgData name="Give NGO" userId="26136843710c26e4" providerId="Windows Live" clId="Web-{A5B99B33-D731-43D3-ABC7-FD826C421FA0}" dt="2023-09-11T18:13:23.770" v="18" actId="20577"/>
      <pc:docMkLst>
        <pc:docMk/>
      </pc:docMkLst>
      <pc:sldChg chg="modSp">
        <pc:chgData name="Give NGO" userId="26136843710c26e4" providerId="Windows Live" clId="Web-{A5B99B33-D731-43D3-ABC7-FD826C421FA0}" dt="2023-09-11T18:12:18.534" v="1" actId="20577"/>
        <pc:sldMkLst>
          <pc:docMk/>
          <pc:sldMk cId="3453496108" sldId="2597"/>
        </pc:sldMkLst>
        <pc:spChg chg="mod">
          <ac:chgData name="Give NGO" userId="26136843710c26e4" providerId="Windows Live" clId="Web-{A5B99B33-D731-43D3-ABC7-FD826C421FA0}" dt="2023-09-11T18:12:18.534" v="1" actId="20577"/>
          <ac:spMkLst>
            <pc:docMk/>
            <pc:sldMk cId="3453496108" sldId="2597"/>
            <ac:spMk id="7" creationId="{A4CF5DFD-861A-9699-4E18-2708080293A8}"/>
          </ac:spMkLst>
        </pc:spChg>
      </pc:sldChg>
      <pc:sldChg chg="modSp">
        <pc:chgData name="Give NGO" userId="26136843710c26e4" providerId="Windows Live" clId="Web-{A5B99B33-D731-43D3-ABC7-FD826C421FA0}" dt="2023-09-11T18:13:16.035" v="17" actId="20577"/>
        <pc:sldMkLst>
          <pc:docMk/>
          <pc:sldMk cId="990432539" sldId="2598"/>
        </pc:sldMkLst>
        <pc:spChg chg="mod">
          <ac:chgData name="Give NGO" userId="26136843710c26e4" providerId="Windows Live" clId="Web-{A5B99B33-D731-43D3-ABC7-FD826C421FA0}" dt="2023-09-11T18:13:16.035" v="17" actId="20577"/>
          <ac:spMkLst>
            <pc:docMk/>
            <pc:sldMk cId="990432539" sldId="2598"/>
            <ac:spMk id="7" creationId="{5BA24E2C-FD5F-ED50-60D8-43D316611C4F}"/>
          </ac:spMkLst>
        </pc:spChg>
      </pc:sldChg>
      <pc:sldChg chg="modSp">
        <pc:chgData name="Give NGO" userId="26136843710c26e4" providerId="Windows Live" clId="Web-{A5B99B33-D731-43D3-ABC7-FD826C421FA0}" dt="2023-09-11T18:13:23.770" v="18" actId="20577"/>
        <pc:sldMkLst>
          <pc:docMk/>
          <pc:sldMk cId="2904778970" sldId="2599"/>
        </pc:sldMkLst>
        <pc:spChg chg="mod">
          <ac:chgData name="Give NGO" userId="26136843710c26e4" providerId="Windows Live" clId="Web-{A5B99B33-D731-43D3-ABC7-FD826C421FA0}" dt="2023-09-11T18:13:23.770" v="18" actId="20577"/>
          <ac:spMkLst>
            <pc:docMk/>
            <pc:sldMk cId="2904778970" sldId="2599"/>
            <ac:spMk id="7" creationId="{4157FCEC-8AD5-730F-EE55-316DF7EF3EC2}"/>
          </ac:spMkLst>
        </pc:spChg>
      </pc:sldChg>
    </pc:docChg>
  </pc:docChgLst>
  <pc:docChgLst>
    <pc:chgData name="Give NGO" userId="26136843710c26e4" providerId="Windows Live" clId="Web-{36A5D514-0754-44CA-A702-3464CFA97A12}"/>
    <pc:docChg chg="modSld">
      <pc:chgData name="Give NGO" userId="26136843710c26e4" providerId="Windows Live" clId="Web-{36A5D514-0754-44CA-A702-3464CFA97A12}" dt="2023-09-11T21:46:09.769" v="4" actId="1076"/>
      <pc:docMkLst>
        <pc:docMk/>
      </pc:docMkLst>
      <pc:sldChg chg="modSp">
        <pc:chgData name="Give NGO" userId="26136843710c26e4" providerId="Windows Live" clId="Web-{36A5D514-0754-44CA-A702-3464CFA97A12}" dt="2023-09-11T21:46:09.769" v="4" actId="1076"/>
        <pc:sldMkLst>
          <pc:docMk/>
          <pc:sldMk cId="1548171070" sldId="2505"/>
        </pc:sldMkLst>
        <pc:spChg chg="mod">
          <ac:chgData name="Give NGO" userId="26136843710c26e4" providerId="Windows Live" clId="Web-{36A5D514-0754-44CA-A702-3464CFA97A12}" dt="2023-09-11T21:45:18.909" v="1" actId="1076"/>
          <ac:spMkLst>
            <pc:docMk/>
            <pc:sldMk cId="1548171070" sldId="2505"/>
            <ac:spMk id="19" creationId="{B2FCE8ED-B7F5-441E-816E-15351A080A7C}"/>
          </ac:spMkLst>
        </pc:spChg>
        <pc:spChg chg="mod">
          <ac:chgData name="Give NGO" userId="26136843710c26e4" providerId="Windows Live" clId="Web-{36A5D514-0754-44CA-A702-3464CFA97A12}" dt="2023-09-11T21:46:09.769" v="4" actId="1076"/>
          <ac:spMkLst>
            <pc:docMk/>
            <pc:sldMk cId="1548171070" sldId="2505"/>
            <ac:spMk id="25" creationId="{658BF9F3-ED06-4104-B6AB-8824171022AC}"/>
          </ac:spMkLst>
        </pc:spChg>
        <pc:spChg chg="mod">
          <ac:chgData name="Give NGO" userId="26136843710c26e4" providerId="Windows Live" clId="Web-{36A5D514-0754-44CA-A702-3464CFA97A12}" dt="2023-09-11T21:45:44.222" v="3" actId="1076"/>
          <ac:spMkLst>
            <pc:docMk/>
            <pc:sldMk cId="1548171070" sldId="2505"/>
            <ac:spMk id="37" creationId="{265EC86B-FEFE-4C10-B167-ECB17631883D}"/>
          </ac:spMkLst>
        </pc:spChg>
      </pc:sldChg>
    </pc:docChg>
  </pc:docChgLst>
  <pc:docChgLst>
    <pc:chgData name="Give NGO" userId="26136843710c26e4" providerId="Windows Live" clId="Web-{3ADFBB08-6358-446F-8537-A41984F6BFE0}"/>
    <pc:docChg chg="addSld">
      <pc:chgData name="Give NGO" userId="26136843710c26e4" providerId="Windows Live" clId="Web-{3ADFBB08-6358-446F-8537-A41984F6BFE0}" dt="2023-09-12T05:28:55.085" v="0"/>
      <pc:docMkLst>
        <pc:docMk/>
      </pc:docMkLst>
      <pc:sldChg chg="add replId">
        <pc:chgData name="Give NGO" userId="26136843710c26e4" providerId="Windows Live" clId="Web-{3ADFBB08-6358-446F-8537-A41984F6BFE0}" dt="2023-09-12T05:28:55.085" v="0"/>
        <pc:sldMkLst>
          <pc:docMk/>
          <pc:sldMk cId="2293299855" sldId="2610"/>
        </pc:sldMkLst>
      </pc:sldChg>
    </pc:docChg>
  </pc:docChgLst>
  <pc:docChgLst>
    <pc:chgData name="Give NGO" userId="26136843710c26e4" providerId="Windows Live" clId="Web-{42C215B0-D133-4B63-8100-CCDCA4AC8C7A}"/>
    <pc:docChg chg="addSld delSld modSld sldOrd">
      <pc:chgData name="Give NGO" userId="26136843710c26e4" providerId="Windows Live" clId="Web-{42C215B0-D133-4B63-8100-CCDCA4AC8C7A}" dt="2023-09-11T20:11:04.644" v="1429"/>
      <pc:docMkLst>
        <pc:docMk/>
      </pc:docMkLst>
      <pc:sldChg chg="modSp">
        <pc:chgData name="Give NGO" userId="26136843710c26e4" providerId="Windows Live" clId="Web-{42C215B0-D133-4B63-8100-CCDCA4AC8C7A}" dt="2023-09-11T19:43:10.273" v="801" actId="20577"/>
        <pc:sldMkLst>
          <pc:docMk/>
          <pc:sldMk cId="250026111" sldId="297"/>
        </pc:sldMkLst>
        <pc:spChg chg="mod">
          <ac:chgData name="Give NGO" userId="26136843710c26e4" providerId="Windows Live" clId="Web-{42C215B0-D133-4B63-8100-CCDCA4AC8C7A}" dt="2023-09-11T19:43:10.273" v="801" actId="20577"/>
          <ac:spMkLst>
            <pc:docMk/>
            <pc:sldMk cId="250026111" sldId="297"/>
            <ac:spMk id="6" creationId="{8160A3BE-003F-4EEC-8127-816E83BE9002}"/>
          </ac:spMkLst>
        </pc:spChg>
      </pc:sldChg>
      <pc:sldChg chg="modSp">
        <pc:chgData name="Give NGO" userId="26136843710c26e4" providerId="Windows Live" clId="Web-{42C215B0-D133-4B63-8100-CCDCA4AC8C7A}" dt="2023-09-11T20:07:34.908" v="1324" actId="20577"/>
        <pc:sldMkLst>
          <pc:docMk/>
          <pc:sldMk cId="1312222527" sldId="2480"/>
        </pc:sldMkLst>
        <pc:spChg chg="mod">
          <ac:chgData name="Give NGO" userId="26136843710c26e4" providerId="Windows Live" clId="Web-{42C215B0-D133-4B63-8100-CCDCA4AC8C7A}" dt="2023-09-11T20:07:34.908" v="1324" actId="20577"/>
          <ac:spMkLst>
            <pc:docMk/>
            <pc:sldMk cId="1312222527" sldId="2480"/>
            <ac:spMk id="17" creationId="{35B752D0-F79D-E905-0272-8972005B65C1}"/>
          </ac:spMkLst>
        </pc:spChg>
        <pc:spChg chg="mod">
          <ac:chgData name="Give NGO" userId="26136843710c26e4" providerId="Windows Live" clId="Web-{42C215B0-D133-4B63-8100-CCDCA4AC8C7A}" dt="2023-09-11T20:07:14.861" v="1310" actId="14100"/>
          <ac:spMkLst>
            <pc:docMk/>
            <pc:sldMk cId="1312222527" sldId="2480"/>
            <ac:spMk id="24" creationId="{5CB176EE-A75A-E9C3-BBA9-6E89E1BB37F3}"/>
          </ac:spMkLst>
        </pc:spChg>
      </pc:sldChg>
      <pc:sldChg chg="modSp">
        <pc:chgData name="Give NGO" userId="26136843710c26e4" providerId="Windows Live" clId="Web-{42C215B0-D133-4B63-8100-CCDCA4AC8C7A}" dt="2023-09-11T19:16:22.857" v="678" actId="20577"/>
        <pc:sldMkLst>
          <pc:docMk/>
          <pc:sldMk cId="1991239042" sldId="2485"/>
        </pc:sldMkLst>
        <pc:spChg chg="mod">
          <ac:chgData name="Give NGO" userId="26136843710c26e4" providerId="Windows Live" clId="Web-{42C215B0-D133-4B63-8100-CCDCA4AC8C7A}" dt="2023-09-11T19:16:22.857" v="678" actId="20577"/>
          <ac:spMkLst>
            <pc:docMk/>
            <pc:sldMk cId="1991239042" sldId="2485"/>
            <ac:spMk id="2" creationId="{DA90FF7F-26D8-4F75-9CCD-62988C07B9A8}"/>
          </ac:spMkLst>
        </pc:spChg>
      </pc:sldChg>
      <pc:sldChg chg="delSp modSp">
        <pc:chgData name="Give NGO" userId="26136843710c26e4" providerId="Windows Live" clId="Web-{42C215B0-D133-4B63-8100-CCDCA4AC8C7A}" dt="2023-09-11T20:00:30.139" v="1190" actId="20577"/>
        <pc:sldMkLst>
          <pc:docMk/>
          <pc:sldMk cId="1548171070" sldId="2505"/>
        </pc:sldMkLst>
        <pc:spChg chg="del mod">
          <ac:chgData name="Give NGO" userId="26136843710c26e4" providerId="Windows Live" clId="Web-{42C215B0-D133-4B63-8100-CCDCA4AC8C7A}" dt="2023-09-11T19:58:55.654" v="1118"/>
          <ac:spMkLst>
            <pc:docMk/>
            <pc:sldMk cId="1548171070" sldId="2505"/>
            <ac:spMk id="18" creationId="{00547EAE-4981-40E3-81D4-A83C47F33FF7}"/>
          </ac:spMkLst>
        </pc:spChg>
        <pc:spChg chg="mod">
          <ac:chgData name="Give NGO" userId="26136843710c26e4" providerId="Windows Live" clId="Web-{42C215B0-D133-4B63-8100-CCDCA4AC8C7A}" dt="2023-09-11T19:56:31.309" v="946" actId="20577"/>
          <ac:spMkLst>
            <pc:docMk/>
            <pc:sldMk cId="1548171070" sldId="2505"/>
            <ac:spMk id="19" creationId="{B2FCE8ED-B7F5-441E-816E-15351A080A7C}"/>
          </ac:spMkLst>
        </pc:spChg>
        <pc:spChg chg="del mod">
          <ac:chgData name="Give NGO" userId="26136843710c26e4" providerId="Windows Live" clId="Web-{42C215B0-D133-4B63-8100-CCDCA4AC8C7A}" dt="2023-09-11T19:52:10.370" v="876"/>
          <ac:spMkLst>
            <pc:docMk/>
            <pc:sldMk cId="1548171070" sldId="2505"/>
            <ac:spMk id="24" creationId="{E496F41C-92FF-4D0A-9F6D-50B23B991F59}"/>
          </ac:spMkLst>
        </pc:spChg>
        <pc:spChg chg="mod">
          <ac:chgData name="Give NGO" userId="26136843710c26e4" providerId="Windows Live" clId="Web-{42C215B0-D133-4B63-8100-CCDCA4AC8C7A}" dt="2023-09-11T20:00:30.139" v="1190" actId="20577"/>
          <ac:spMkLst>
            <pc:docMk/>
            <pc:sldMk cId="1548171070" sldId="2505"/>
            <ac:spMk id="25" creationId="{658BF9F3-ED06-4104-B6AB-8824171022AC}"/>
          </ac:spMkLst>
        </pc:spChg>
        <pc:spChg chg="mod">
          <ac:chgData name="Give NGO" userId="26136843710c26e4" providerId="Windows Live" clId="Web-{42C215B0-D133-4B63-8100-CCDCA4AC8C7A}" dt="2023-09-11T19:58:25.529" v="1113" actId="20577"/>
          <ac:spMkLst>
            <pc:docMk/>
            <pc:sldMk cId="1548171070" sldId="2505"/>
            <ac:spMk id="29" creationId="{38FC3AF9-4390-4314-BD95-7547B5DE34FB}"/>
          </ac:spMkLst>
        </pc:spChg>
        <pc:spChg chg="mod">
          <ac:chgData name="Give NGO" userId="26136843710c26e4" providerId="Windows Live" clId="Web-{42C215B0-D133-4B63-8100-CCDCA4AC8C7A}" dt="2023-09-11T19:58:08.529" v="1053" actId="20577"/>
          <ac:spMkLst>
            <pc:docMk/>
            <pc:sldMk cId="1548171070" sldId="2505"/>
            <ac:spMk id="33" creationId="{281897E8-A724-4100-A44E-15451D742BEB}"/>
          </ac:spMkLst>
        </pc:spChg>
        <pc:spChg chg="mod">
          <ac:chgData name="Give NGO" userId="26136843710c26e4" providerId="Windows Live" clId="Web-{42C215B0-D133-4B63-8100-CCDCA4AC8C7A}" dt="2023-09-11T19:58:31.420" v="1114" actId="1076"/>
          <ac:spMkLst>
            <pc:docMk/>
            <pc:sldMk cId="1548171070" sldId="2505"/>
            <ac:spMk id="37" creationId="{265EC86B-FEFE-4C10-B167-ECB17631883D}"/>
          </ac:spMkLst>
        </pc:spChg>
        <pc:spChg chg="mod">
          <ac:chgData name="Give NGO" userId="26136843710c26e4" providerId="Windows Live" clId="Web-{42C215B0-D133-4B63-8100-CCDCA4AC8C7A}" dt="2023-09-11T19:57:29.403" v="1010" actId="20577"/>
          <ac:spMkLst>
            <pc:docMk/>
            <pc:sldMk cId="1548171070" sldId="2505"/>
            <ac:spMk id="41" creationId="{3393F6A2-3B57-444D-BAC1-6E0601BF3C0A}"/>
          </ac:spMkLst>
        </pc:spChg>
        <pc:spChg chg="mod">
          <ac:chgData name="Give NGO" userId="26136843710c26e4" providerId="Windows Live" clId="Web-{42C215B0-D133-4B63-8100-CCDCA4AC8C7A}" dt="2023-09-11T19:57:04.403" v="961" actId="20577"/>
          <ac:spMkLst>
            <pc:docMk/>
            <pc:sldMk cId="1548171070" sldId="2505"/>
            <ac:spMk id="45" creationId="{505236EA-E0C0-426C-B1F8-5A6572FACE14}"/>
          </ac:spMkLst>
        </pc:spChg>
        <pc:grpChg chg="del">
          <ac:chgData name="Give NGO" userId="26136843710c26e4" providerId="Windows Live" clId="Web-{42C215B0-D133-4B63-8100-CCDCA4AC8C7A}" dt="2023-09-11T19:58:55.654" v="1118"/>
          <ac:grpSpMkLst>
            <pc:docMk/>
            <pc:sldMk cId="1548171070" sldId="2505"/>
            <ac:grpSpMk id="17" creationId="{04DFFB33-FC89-4B45-BFB6-EDB31EC151D1}"/>
          </ac:grpSpMkLst>
        </pc:grpChg>
        <pc:grpChg chg="del">
          <ac:chgData name="Give NGO" userId="26136843710c26e4" providerId="Windows Live" clId="Web-{42C215B0-D133-4B63-8100-CCDCA4AC8C7A}" dt="2023-09-11T19:52:10.370" v="876"/>
          <ac:grpSpMkLst>
            <pc:docMk/>
            <pc:sldMk cId="1548171070" sldId="2505"/>
            <ac:grpSpMk id="23" creationId="{19BE5BF0-40B3-4B38-8067-B302C4D156A3}"/>
          </ac:grpSpMkLst>
        </pc:grpChg>
      </pc:sldChg>
      <pc:sldChg chg="ord">
        <pc:chgData name="Give NGO" userId="26136843710c26e4" providerId="Windows Live" clId="Web-{42C215B0-D133-4B63-8100-CCDCA4AC8C7A}" dt="2023-09-11T19:41:13.397" v="782"/>
        <pc:sldMkLst>
          <pc:docMk/>
          <pc:sldMk cId="2787447491" sldId="2542"/>
        </pc:sldMkLst>
      </pc:sldChg>
      <pc:sldChg chg="modSp">
        <pc:chgData name="Give NGO" userId="26136843710c26e4" providerId="Windows Live" clId="Web-{42C215B0-D133-4B63-8100-CCDCA4AC8C7A}" dt="2023-09-11T19:55:27.606" v="904" actId="20577"/>
        <pc:sldMkLst>
          <pc:docMk/>
          <pc:sldMk cId="2800142954" sldId="2544"/>
        </pc:sldMkLst>
        <pc:spChg chg="mod">
          <ac:chgData name="Give NGO" userId="26136843710c26e4" providerId="Windows Live" clId="Web-{42C215B0-D133-4B63-8100-CCDCA4AC8C7A}" dt="2023-09-11T19:55:27.606" v="904" actId="20577"/>
          <ac:spMkLst>
            <pc:docMk/>
            <pc:sldMk cId="2800142954" sldId="2544"/>
            <ac:spMk id="5" creationId="{A6F28A44-F942-4F66-8BB9-BEA4F8E35936}"/>
          </ac:spMkLst>
        </pc:spChg>
        <pc:spChg chg="mod">
          <ac:chgData name="Give NGO" userId="26136843710c26e4" providerId="Windows Live" clId="Web-{42C215B0-D133-4B63-8100-CCDCA4AC8C7A}" dt="2023-09-11T19:50:26.197" v="843" actId="20577"/>
          <ac:spMkLst>
            <pc:docMk/>
            <pc:sldMk cId="2800142954" sldId="2544"/>
            <ac:spMk id="28" creationId="{226DF062-0342-43A6-868D-9B4525D9D349}"/>
          </ac:spMkLst>
        </pc:spChg>
        <pc:picChg chg="mod">
          <ac:chgData name="Give NGO" userId="26136843710c26e4" providerId="Windows Live" clId="Web-{42C215B0-D133-4B63-8100-CCDCA4AC8C7A}" dt="2023-09-11T19:48:21.087" v="824" actId="14100"/>
          <ac:picMkLst>
            <pc:docMk/>
            <pc:sldMk cId="2800142954" sldId="2544"/>
            <ac:picMk id="10" creationId="{61D2DDBD-3695-4A90-842B-30BC03493A6E}"/>
          </ac:picMkLst>
        </pc:picChg>
      </pc:sldChg>
      <pc:sldChg chg="addSp delSp modSp ord">
        <pc:chgData name="Give NGO" userId="26136843710c26e4" providerId="Windows Live" clId="Web-{42C215B0-D133-4B63-8100-CCDCA4AC8C7A}" dt="2023-09-11T20:11:04.644" v="1429"/>
        <pc:sldMkLst>
          <pc:docMk/>
          <pc:sldMk cId="2513776864" sldId="2553"/>
        </pc:sldMkLst>
        <pc:spChg chg="del mod">
          <ac:chgData name="Give NGO" userId="26136843710c26e4" providerId="Windows Live" clId="Web-{42C215B0-D133-4B63-8100-CCDCA4AC8C7A}" dt="2023-09-11T18:29:22.217" v="45"/>
          <ac:spMkLst>
            <pc:docMk/>
            <pc:sldMk cId="2513776864" sldId="2553"/>
            <ac:spMk id="5" creationId="{B00F0DEB-E45B-38FC-EF6A-0AA8BFB89DE3}"/>
          </ac:spMkLst>
        </pc:spChg>
        <pc:spChg chg="del mod">
          <ac:chgData name="Give NGO" userId="26136843710c26e4" providerId="Windows Live" clId="Web-{42C215B0-D133-4B63-8100-CCDCA4AC8C7A}" dt="2023-09-11T18:29:25.874" v="46"/>
          <ac:spMkLst>
            <pc:docMk/>
            <pc:sldMk cId="2513776864" sldId="2553"/>
            <ac:spMk id="6" creationId="{82391CE5-EAC7-3605-29C6-F81FA39DA8D5}"/>
          </ac:spMkLst>
        </pc:spChg>
        <pc:spChg chg="mod">
          <ac:chgData name="Give NGO" userId="26136843710c26e4" providerId="Windows Live" clId="Web-{42C215B0-D133-4B63-8100-CCDCA4AC8C7A}" dt="2023-09-11T18:36:32.204" v="88" actId="20577"/>
          <ac:spMkLst>
            <pc:docMk/>
            <pc:sldMk cId="2513776864" sldId="2553"/>
            <ac:spMk id="7" creationId="{74E602EA-BD7C-7377-B95D-C8A47E0AB075}"/>
          </ac:spMkLst>
        </pc:spChg>
        <pc:spChg chg="mod">
          <ac:chgData name="Give NGO" userId="26136843710c26e4" providerId="Windows Live" clId="Web-{42C215B0-D133-4B63-8100-CCDCA4AC8C7A}" dt="2023-09-11T19:22:08.719" v="680" actId="20577"/>
          <ac:spMkLst>
            <pc:docMk/>
            <pc:sldMk cId="2513776864" sldId="2553"/>
            <ac:spMk id="8" creationId="{CAF1A408-4CC7-EF94-92F8-595D00B3B37D}"/>
          </ac:spMkLst>
        </pc:spChg>
        <pc:spChg chg="mod">
          <ac:chgData name="Give NGO" userId="26136843710c26e4" providerId="Windows Live" clId="Web-{42C215B0-D133-4B63-8100-CCDCA4AC8C7A}" dt="2023-09-11T18:28:00.170" v="27" actId="20577"/>
          <ac:spMkLst>
            <pc:docMk/>
            <pc:sldMk cId="2513776864" sldId="2553"/>
            <ac:spMk id="10" creationId="{D8A857A2-D61C-452F-9D27-D66642539236}"/>
          </ac:spMkLst>
        </pc:spChg>
        <pc:spChg chg="mod">
          <ac:chgData name="Give NGO" userId="26136843710c26e4" providerId="Windows Live" clId="Web-{42C215B0-D133-4B63-8100-CCDCA4AC8C7A}" dt="2023-09-11T18:33:59.781" v="84" actId="20577"/>
          <ac:spMkLst>
            <pc:docMk/>
            <pc:sldMk cId="2513776864" sldId="2553"/>
            <ac:spMk id="14" creationId="{F48AE570-E0D0-4ACA-88EF-19ACA8FD8747}"/>
          </ac:spMkLst>
        </pc:spChg>
        <pc:spChg chg="add mod">
          <ac:chgData name="Give NGO" userId="26136843710c26e4" providerId="Windows Live" clId="Web-{42C215B0-D133-4B63-8100-CCDCA4AC8C7A}" dt="2023-09-11T18:40:12.861" v="216" actId="20577"/>
          <ac:spMkLst>
            <pc:docMk/>
            <pc:sldMk cId="2513776864" sldId="2553"/>
            <ac:spMk id="16" creationId="{2F160B5D-AFDD-A6B5-3F82-285398527C9D}"/>
          </ac:spMkLst>
        </pc:spChg>
        <pc:spChg chg="add mod">
          <ac:chgData name="Give NGO" userId="26136843710c26e4" providerId="Windows Live" clId="Web-{42C215B0-D133-4B63-8100-CCDCA4AC8C7A}" dt="2023-09-11T19:26:19.189" v="699" actId="20577"/>
          <ac:spMkLst>
            <pc:docMk/>
            <pc:sldMk cId="2513776864" sldId="2553"/>
            <ac:spMk id="17" creationId="{B03C03F7-0D72-377A-4E46-7596CEB8FB19}"/>
          </ac:spMkLst>
        </pc:spChg>
        <pc:spChg chg="mod">
          <ac:chgData name="Give NGO" userId="26136843710c26e4" providerId="Windows Live" clId="Web-{42C215B0-D133-4B63-8100-CCDCA4AC8C7A}" dt="2023-09-11T19:35:15.130" v="781" actId="14100"/>
          <ac:spMkLst>
            <pc:docMk/>
            <pc:sldMk cId="2513776864" sldId="2553"/>
            <ac:spMk id="59" creationId="{F864F9E4-5A81-440A-A240-463A926F4E2B}"/>
          </ac:spMkLst>
        </pc:spChg>
        <pc:spChg chg="mod">
          <ac:chgData name="Give NGO" userId="26136843710c26e4" providerId="Windows Live" clId="Web-{42C215B0-D133-4B63-8100-CCDCA4AC8C7A}" dt="2023-09-11T19:34:07.457" v="767" actId="14100"/>
          <ac:spMkLst>
            <pc:docMk/>
            <pc:sldMk cId="2513776864" sldId="2553"/>
            <ac:spMk id="60" creationId="{1A7F0AFF-CFDF-49E6-BB5F-F6607D21E621}"/>
          </ac:spMkLst>
        </pc:spChg>
        <pc:spChg chg="del">
          <ac:chgData name="Give NGO" userId="26136843710c26e4" providerId="Windows Live" clId="Web-{42C215B0-D133-4B63-8100-CCDCA4AC8C7A}" dt="2023-09-11T18:40:19.783" v="217"/>
          <ac:spMkLst>
            <pc:docMk/>
            <pc:sldMk cId="2513776864" sldId="2553"/>
            <ac:spMk id="68" creationId="{5DFD8D95-1BF8-40A5-843D-D60B6082DDC5}"/>
          </ac:spMkLst>
        </pc:spChg>
        <pc:spChg chg="del">
          <ac:chgData name="Give NGO" userId="26136843710c26e4" providerId="Windows Live" clId="Web-{42C215B0-D133-4B63-8100-CCDCA4AC8C7A}" dt="2023-09-11T18:40:24.674" v="218"/>
          <ac:spMkLst>
            <pc:docMk/>
            <pc:sldMk cId="2513776864" sldId="2553"/>
            <ac:spMk id="69" creationId="{3F4569EC-2E8D-4554-A44D-AAD2F68DAD70}"/>
          </ac:spMkLst>
        </pc:spChg>
        <pc:spChg chg="add del mod">
          <ac:chgData name="Give NGO" userId="26136843710c26e4" providerId="Windows Live" clId="Web-{42C215B0-D133-4B63-8100-CCDCA4AC8C7A}" dt="2023-09-11T19:26:53.736" v="703" actId="14100"/>
          <ac:spMkLst>
            <pc:docMk/>
            <pc:sldMk cId="2513776864" sldId="2553"/>
            <ac:spMk id="71" creationId="{A580B9A6-04E5-424A-86A0-1743F5798A9F}"/>
          </ac:spMkLst>
        </pc:spChg>
        <pc:spChg chg="mod">
          <ac:chgData name="Give NGO" userId="26136843710c26e4" providerId="Windows Live" clId="Web-{42C215B0-D133-4B63-8100-CCDCA4AC8C7A}" dt="2023-09-11T18:44:16.769" v="417" actId="20577"/>
          <ac:spMkLst>
            <pc:docMk/>
            <pc:sldMk cId="2513776864" sldId="2553"/>
            <ac:spMk id="72" creationId="{D558B669-8AF9-460B-A1AA-ACBEA31D402F}"/>
          </ac:spMkLst>
        </pc:spChg>
        <pc:spChg chg="del">
          <ac:chgData name="Give NGO" userId="26136843710c26e4" providerId="Windows Live" clId="Web-{42C215B0-D133-4B63-8100-CCDCA4AC8C7A}" dt="2023-09-11T18:30:02.967" v="51"/>
          <ac:spMkLst>
            <pc:docMk/>
            <pc:sldMk cId="2513776864" sldId="2553"/>
            <ac:spMk id="74" creationId="{B4720966-D850-4B1E-A012-83165AF36474}"/>
          </ac:spMkLst>
        </pc:spChg>
        <pc:spChg chg="del">
          <ac:chgData name="Give NGO" userId="26136843710c26e4" providerId="Windows Live" clId="Web-{42C215B0-D133-4B63-8100-CCDCA4AC8C7A}" dt="2023-09-11T18:29:53.889" v="50"/>
          <ac:spMkLst>
            <pc:docMk/>
            <pc:sldMk cId="2513776864" sldId="2553"/>
            <ac:spMk id="75" creationId="{11BBD917-C508-4CCA-9E41-22FE88448468}"/>
          </ac:spMkLst>
        </pc:spChg>
        <pc:spChg chg="mod">
          <ac:chgData name="Give NGO" userId="26136843710c26e4" providerId="Windows Live" clId="Web-{42C215B0-D133-4B63-8100-CCDCA4AC8C7A}" dt="2023-09-11T19:24:24.126" v="683" actId="14100"/>
          <ac:spMkLst>
            <pc:docMk/>
            <pc:sldMk cId="2513776864" sldId="2553"/>
            <ac:spMk id="77" creationId="{61E44465-705F-48F8-B35C-C34F1FB9BCC8}"/>
          </ac:spMkLst>
        </pc:spChg>
        <pc:spChg chg="mod">
          <ac:chgData name="Give NGO" userId="26136843710c26e4" providerId="Windows Live" clId="Web-{42C215B0-D133-4B63-8100-CCDCA4AC8C7A}" dt="2023-09-11T18:47:05.113" v="576" actId="20577"/>
          <ac:spMkLst>
            <pc:docMk/>
            <pc:sldMk cId="2513776864" sldId="2553"/>
            <ac:spMk id="78" creationId="{15D97246-B9E1-46CA-82F4-8E369282692E}"/>
          </ac:spMkLst>
        </pc:spChg>
        <pc:spChg chg="mod">
          <ac:chgData name="Give NGO" userId="26136843710c26e4" providerId="Windows Live" clId="Web-{42C215B0-D133-4B63-8100-CCDCA4AC8C7A}" dt="2023-09-11T18:33:43.297" v="76" actId="20577"/>
          <ac:spMkLst>
            <pc:docMk/>
            <pc:sldMk cId="2513776864" sldId="2553"/>
            <ac:spMk id="83" creationId="{03143388-CCC4-47AC-BD53-4DE6B120F822}"/>
          </ac:spMkLst>
        </pc:spChg>
        <pc:spChg chg="mod">
          <ac:chgData name="Give NGO" userId="26136843710c26e4" providerId="Windows Live" clId="Web-{42C215B0-D133-4B63-8100-CCDCA4AC8C7A}" dt="2023-09-11T18:30:33.280" v="54" actId="1076"/>
          <ac:spMkLst>
            <pc:docMk/>
            <pc:sldMk cId="2513776864" sldId="2553"/>
            <ac:spMk id="104" creationId="{EB015EF9-204C-47D6-B260-0FB1A9A089FD}"/>
          </ac:spMkLst>
        </pc:spChg>
        <pc:spChg chg="mod">
          <ac:chgData name="Give NGO" userId="26136843710c26e4" providerId="Windows Live" clId="Web-{42C215B0-D133-4B63-8100-CCDCA4AC8C7A}" dt="2023-09-11T18:32:34.578" v="69" actId="14100"/>
          <ac:spMkLst>
            <pc:docMk/>
            <pc:sldMk cId="2513776864" sldId="2553"/>
            <ac:spMk id="105" creationId="{413F15DF-C11D-4B11-8BE2-782785DAD195}"/>
          </ac:spMkLst>
        </pc:spChg>
        <pc:spChg chg="mod">
          <ac:chgData name="Give NGO" userId="26136843710c26e4" providerId="Windows Live" clId="Web-{42C215B0-D133-4B63-8100-CCDCA4AC8C7A}" dt="2023-09-11T18:33:03.234" v="71" actId="1076"/>
          <ac:spMkLst>
            <pc:docMk/>
            <pc:sldMk cId="2513776864" sldId="2553"/>
            <ac:spMk id="107" creationId="{6FE2FD51-B60C-4CBE-9983-72A06CDDA7DC}"/>
          </ac:spMkLst>
        </pc:spChg>
        <pc:spChg chg="del">
          <ac:chgData name="Give NGO" userId="26136843710c26e4" providerId="Windows Live" clId="Web-{42C215B0-D133-4B63-8100-CCDCA4AC8C7A}" dt="2023-09-11T19:00:53.211" v="630"/>
          <ac:spMkLst>
            <pc:docMk/>
            <pc:sldMk cId="2513776864" sldId="2553"/>
            <ac:spMk id="108" creationId="{94652769-CA4A-40AC-B24F-0F1799EFE116}"/>
          </ac:spMkLst>
        </pc:spChg>
        <pc:spChg chg="del">
          <ac:chgData name="Give NGO" userId="26136843710c26e4" providerId="Windows Live" clId="Web-{42C215B0-D133-4B63-8100-CCDCA4AC8C7A}" dt="2023-09-11T18:29:41.358" v="47"/>
          <ac:spMkLst>
            <pc:docMk/>
            <pc:sldMk cId="2513776864" sldId="2553"/>
            <ac:spMk id="110" creationId="{FF7F5A35-9F59-4407-96F0-C2AF6A5C64C9}"/>
          </ac:spMkLst>
        </pc:spChg>
        <pc:spChg chg="del">
          <ac:chgData name="Give NGO" userId="26136843710c26e4" providerId="Windows Live" clId="Web-{42C215B0-D133-4B63-8100-CCDCA4AC8C7A}" dt="2023-09-11T18:29:49.452" v="49"/>
          <ac:spMkLst>
            <pc:docMk/>
            <pc:sldMk cId="2513776864" sldId="2553"/>
            <ac:spMk id="111" creationId="{6056538C-5730-4F13-9AE8-CB6C9900EE3F}"/>
          </ac:spMkLst>
        </pc:spChg>
        <pc:spChg chg="del">
          <ac:chgData name="Give NGO" userId="26136843710c26e4" providerId="Windows Live" clId="Web-{42C215B0-D133-4B63-8100-CCDCA4AC8C7A}" dt="2023-09-11T18:29:45.936" v="48"/>
          <ac:spMkLst>
            <pc:docMk/>
            <pc:sldMk cId="2513776864" sldId="2553"/>
            <ac:spMk id="113" creationId="{29CA171A-7597-4EB1-B1CC-5EBA83550F05}"/>
          </ac:spMkLst>
        </pc:spChg>
        <pc:spChg chg="mod">
          <ac:chgData name="Give NGO" userId="26136843710c26e4" providerId="Windows Live" clId="Web-{42C215B0-D133-4B63-8100-CCDCA4AC8C7A}" dt="2023-09-11T18:33:50.875" v="80" actId="20577"/>
          <ac:spMkLst>
            <pc:docMk/>
            <pc:sldMk cId="2513776864" sldId="2553"/>
            <ac:spMk id="114" creationId="{1D18CBA9-8467-4FB1-BC5C-F205B0DC0080}"/>
          </ac:spMkLst>
        </pc:spChg>
        <pc:grpChg chg="mod">
          <ac:chgData name="Give NGO" userId="26136843710c26e4" providerId="Windows Live" clId="Web-{42C215B0-D133-4B63-8100-CCDCA4AC8C7A}" dt="2023-09-11T19:22:39.172" v="682" actId="14100"/>
          <ac:grpSpMkLst>
            <pc:docMk/>
            <pc:sldMk cId="2513776864" sldId="2553"/>
            <ac:grpSpMk id="58" creationId="{413B80A9-47E4-4F01-9CC2-A6C0FC132408}"/>
          </ac:grpSpMkLst>
        </pc:grpChg>
        <pc:grpChg chg="add del">
          <ac:chgData name="Give NGO" userId="26136843710c26e4" providerId="Windows Live" clId="Web-{42C215B0-D133-4B63-8100-CCDCA4AC8C7A}" dt="2023-09-11T18:51:05.818" v="590"/>
          <ac:grpSpMkLst>
            <pc:docMk/>
            <pc:sldMk cId="2513776864" sldId="2553"/>
            <ac:grpSpMk id="89" creationId="{75E37F1A-2C1F-465F-BAAF-705363ADDCD6}"/>
          </ac:grpSpMkLst>
        </pc:grpChg>
        <pc:grpChg chg="del">
          <ac:chgData name="Give NGO" userId="26136843710c26e4" providerId="Windows Live" clId="Web-{42C215B0-D133-4B63-8100-CCDCA4AC8C7A}" dt="2023-09-11T18:29:53.889" v="50"/>
          <ac:grpSpMkLst>
            <pc:docMk/>
            <pc:sldMk cId="2513776864" sldId="2553"/>
            <ac:grpSpMk id="90" creationId="{117FABC1-D3C1-4153-ADBE-A2EB6058FED1}"/>
          </ac:grpSpMkLst>
        </pc:grpChg>
        <pc:grpChg chg="del">
          <ac:chgData name="Give NGO" userId="26136843710c26e4" providerId="Windows Live" clId="Web-{42C215B0-D133-4B63-8100-CCDCA4AC8C7A}" dt="2023-09-11T18:40:19.783" v="217"/>
          <ac:grpSpMkLst>
            <pc:docMk/>
            <pc:sldMk cId="2513776864" sldId="2553"/>
            <ac:grpSpMk id="91" creationId="{2FF74061-7341-44D6-BAF2-D8879DF58A0C}"/>
          </ac:grpSpMkLst>
        </pc:grpChg>
        <pc:grpChg chg="del">
          <ac:chgData name="Give NGO" userId="26136843710c26e4" providerId="Windows Live" clId="Web-{42C215B0-D133-4B63-8100-CCDCA4AC8C7A}" dt="2023-09-11T19:00:53.211" v="630"/>
          <ac:grpSpMkLst>
            <pc:docMk/>
            <pc:sldMk cId="2513776864" sldId="2553"/>
            <ac:grpSpMk id="106" creationId="{068956C1-E94F-47A2-AC95-59B8D05D5837}"/>
          </ac:grpSpMkLst>
        </pc:grpChg>
        <pc:grpChg chg="del">
          <ac:chgData name="Give NGO" userId="26136843710c26e4" providerId="Windows Live" clId="Web-{42C215B0-D133-4B63-8100-CCDCA4AC8C7A}" dt="2023-09-11T18:29:49.452" v="49"/>
          <ac:grpSpMkLst>
            <pc:docMk/>
            <pc:sldMk cId="2513776864" sldId="2553"/>
            <ac:grpSpMk id="109" creationId="{BF83BCB8-97A5-46E3-AEB4-7DDBFE981E4A}"/>
          </ac:grpSpMkLst>
        </pc:grpChg>
        <pc:grpChg chg="del">
          <ac:chgData name="Give NGO" userId="26136843710c26e4" providerId="Windows Live" clId="Web-{42C215B0-D133-4B63-8100-CCDCA4AC8C7A}" dt="2023-09-11T18:29:45.936" v="48"/>
          <ac:grpSpMkLst>
            <pc:docMk/>
            <pc:sldMk cId="2513776864" sldId="2553"/>
            <ac:grpSpMk id="112" creationId="{EB8CA993-3B5D-4F11-94C6-6F92A187F4FE}"/>
          </ac:grpSpMkLst>
        </pc:grpChg>
      </pc:sldChg>
      <pc:sldChg chg="addSp delSp modSp">
        <pc:chgData name="Give NGO" userId="26136843710c26e4" providerId="Windows Live" clId="Web-{42C215B0-D133-4B63-8100-CCDCA4AC8C7A}" dt="2023-09-11T20:04:21.641" v="1229"/>
        <pc:sldMkLst>
          <pc:docMk/>
          <pc:sldMk cId="2464710079" sldId="2558"/>
        </pc:sldMkLst>
        <pc:spChg chg="add del mod">
          <ac:chgData name="Give NGO" userId="26136843710c26e4" providerId="Windows Live" clId="Web-{42C215B0-D133-4B63-8100-CCDCA4AC8C7A}" dt="2023-09-11T20:04:21.641" v="1229"/>
          <ac:spMkLst>
            <pc:docMk/>
            <pc:sldMk cId="2464710079" sldId="2558"/>
            <ac:spMk id="3" creationId="{7C8ADA92-C2FA-D533-472B-3FE1D125F130}"/>
          </ac:spMkLst>
        </pc:spChg>
        <pc:spChg chg="mod">
          <ac:chgData name="Give NGO" userId="26136843710c26e4" providerId="Windows Live" clId="Web-{42C215B0-D133-4B63-8100-CCDCA4AC8C7A}" dt="2023-09-11T20:03:56.719" v="1216" actId="20577"/>
          <ac:spMkLst>
            <pc:docMk/>
            <pc:sldMk cId="2464710079" sldId="2558"/>
            <ac:spMk id="5" creationId="{ECE899B9-FFB2-4E1A-9482-48FEE9F0C83A}"/>
          </ac:spMkLst>
        </pc:spChg>
      </pc:sldChg>
      <pc:sldChg chg="modSp del">
        <pc:chgData name="Give NGO" userId="26136843710c26e4" providerId="Windows Live" clId="Web-{42C215B0-D133-4B63-8100-CCDCA4AC8C7A}" dt="2023-09-11T19:55:07.762" v="902"/>
        <pc:sldMkLst>
          <pc:docMk/>
          <pc:sldMk cId="1266616734" sldId="2560"/>
        </pc:sldMkLst>
        <pc:spChg chg="mod">
          <ac:chgData name="Give NGO" userId="26136843710c26e4" providerId="Windows Live" clId="Web-{42C215B0-D133-4B63-8100-CCDCA4AC8C7A}" dt="2023-09-11T19:52:29.948" v="881" actId="20577"/>
          <ac:spMkLst>
            <pc:docMk/>
            <pc:sldMk cId="1266616734" sldId="2560"/>
            <ac:spMk id="5" creationId="{ECE899B9-FFB2-4E1A-9482-48FEE9F0C83A}"/>
          </ac:spMkLst>
        </pc:spChg>
      </pc:sldChg>
      <pc:sldChg chg="modSp">
        <pc:chgData name="Give NGO" userId="26136843710c26e4" providerId="Windows Live" clId="Web-{42C215B0-D133-4B63-8100-CCDCA4AC8C7A}" dt="2023-09-11T19:54:54.512" v="901" actId="20577"/>
        <pc:sldMkLst>
          <pc:docMk/>
          <pc:sldMk cId="1944704113" sldId="2574"/>
        </pc:sldMkLst>
        <pc:spChg chg="mod">
          <ac:chgData name="Give NGO" userId="26136843710c26e4" providerId="Windows Live" clId="Web-{42C215B0-D133-4B63-8100-CCDCA4AC8C7A}" dt="2023-09-11T19:54:54.512" v="901" actId="20577"/>
          <ac:spMkLst>
            <pc:docMk/>
            <pc:sldMk cId="1944704113" sldId="2574"/>
            <ac:spMk id="3" creationId="{A80A467C-42BA-FD13-0F96-B634B0C52A26}"/>
          </ac:spMkLst>
        </pc:spChg>
      </pc:sldChg>
      <pc:sldChg chg="modSp">
        <pc:chgData name="Give NGO" userId="26136843710c26e4" providerId="Windows Live" clId="Web-{42C215B0-D133-4B63-8100-CCDCA4AC8C7A}" dt="2023-09-11T18:27:45.154" v="17" actId="20577"/>
        <pc:sldMkLst>
          <pc:docMk/>
          <pc:sldMk cId="1134878372" sldId="2592"/>
        </pc:sldMkLst>
        <pc:spChg chg="mod">
          <ac:chgData name="Give NGO" userId="26136843710c26e4" providerId="Windows Live" clId="Web-{42C215B0-D133-4B63-8100-CCDCA4AC8C7A}" dt="2023-09-11T18:27:45.154" v="17" actId="20577"/>
          <ac:spMkLst>
            <pc:docMk/>
            <pc:sldMk cId="1134878372" sldId="2592"/>
            <ac:spMk id="13" creationId="{48006340-BD83-4756-93A9-0024B05E6F8B}"/>
          </ac:spMkLst>
        </pc:spChg>
      </pc:sldChg>
      <pc:sldChg chg="modSp">
        <pc:chgData name="Give NGO" userId="26136843710c26e4" providerId="Windows Live" clId="Web-{42C215B0-D133-4B63-8100-CCDCA4AC8C7A}" dt="2023-09-11T20:01:18.327" v="1195" actId="1076"/>
        <pc:sldMkLst>
          <pc:docMk/>
          <pc:sldMk cId="128082438" sldId="2602"/>
        </pc:sldMkLst>
        <pc:spChg chg="mod">
          <ac:chgData name="Give NGO" userId="26136843710c26e4" providerId="Windows Live" clId="Web-{42C215B0-D133-4B63-8100-CCDCA4AC8C7A}" dt="2023-09-11T20:01:10.936" v="1194" actId="1076"/>
          <ac:spMkLst>
            <pc:docMk/>
            <pc:sldMk cId="128082438" sldId="2602"/>
            <ac:spMk id="6" creationId="{96C1EC93-9633-4360-7288-E0921CE6CF6C}"/>
          </ac:spMkLst>
        </pc:spChg>
        <pc:picChg chg="mod">
          <ac:chgData name="Give NGO" userId="26136843710c26e4" providerId="Windows Live" clId="Web-{42C215B0-D133-4B63-8100-CCDCA4AC8C7A}" dt="2023-09-11T20:01:18.327" v="1195" actId="1076"/>
          <ac:picMkLst>
            <pc:docMk/>
            <pc:sldMk cId="128082438" sldId="2602"/>
            <ac:picMk id="9" creationId="{13287A0A-79C7-B879-0085-6E317A96BFA6}"/>
          </ac:picMkLst>
        </pc:picChg>
      </pc:sldChg>
      <pc:sldChg chg="modSp">
        <pc:chgData name="Give NGO" userId="26136843710c26e4" providerId="Windows Live" clId="Web-{42C215B0-D133-4B63-8100-CCDCA4AC8C7A}" dt="2023-09-11T20:01:22.733" v="1196" actId="1076"/>
        <pc:sldMkLst>
          <pc:docMk/>
          <pc:sldMk cId="393353065" sldId="2603"/>
        </pc:sldMkLst>
        <pc:picChg chg="mod">
          <ac:chgData name="Give NGO" userId="26136843710c26e4" providerId="Windows Live" clId="Web-{42C215B0-D133-4B63-8100-CCDCA4AC8C7A}" dt="2023-09-11T20:01:22.733" v="1196" actId="1076"/>
          <ac:picMkLst>
            <pc:docMk/>
            <pc:sldMk cId="393353065" sldId="2603"/>
            <ac:picMk id="7" creationId="{BA44C688-01FA-9930-C666-F3B4C6F7B61E}"/>
          </ac:picMkLst>
        </pc:picChg>
      </pc:sldChg>
      <pc:sldChg chg="modSp">
        <pc:chgData name="Give NGO" userId="26136843710c26e4" providerId="Windows Live" clId="Web-{42C215B0-D133-4B63-8100-CCDCA4AC8C7A}" dt="2023-09-11T20:10:07.346" v="1428" actId="1076"/>
        <pc:sldMkLst>
          <pc:docMk/>
          <pc:sldMk cId="71622372" sldId="2605"/>
        </pc:sldMkLst>
        <pc:spChg chg="mod">
          <ac:chgData name="Give NGO" userId="26136843710c26e4" providerId="Windows Live" clId="Web-{42C215B0-D133-4B63-8100-CCDCA4AC8C7A}" dt="2023-09-11T20:09:48.893" v="1425" actId="20577"/>
          <ac:spMkLst>
            <pc:docMk/>
            <pc:sldMk cId="71622372" sldId="2605"/>
            <ac:spMk id="7" creationId="{8C88D3E0-16F1-1283-5E46-D9DC3A0863E9}"/>
          </ac:spMkLst>
        </pc:spChg>
        <pc:graphicFrameChg chg="mod modGraphic">
          <ac:chgData name="Give NGO" userId="26136843710c26e4" providerId="Windows Live" clId="Web-{42C215B0-D133-4B63-8100-CCDCA4AC8C7A}" dt="2023-09-11T20:10:07.346" v="1428" actId="1076"/>
          <ac:graphicFrameMkLst>
            <pc:docMk/>
            <pc:sldMk cId="71622372" sldId="2605"/>
            <ac:graphicFrameMk id="2" creationId="{EF1B5125-D4D5-EE1A-1621-B62EB7A509C7}"/>
          </ac:graphicFrameMkLst>
        </pc:graphicFrameChg>
      </pc:sldChg>
      <pc:sldChg chg="modSp add del ord replId">
        <pc:chgData name="Give NGO" userId="26136843710c26e4" providerId="Windows Live" clId="Web-{42C215B0-D133-4B63-8100-CCDCA4AC8C7A}" dt="2023-09-11T19:43:23.226" v="805"/>
        <pc:sldMkLst>
          <pc:docMk/>
          <pc:sldMk cId="1115895164" sldId="2608"/>
        </pc:sldMkLst>
        <pc:spChg chg="mod">
          <ac:chgData name="Give NGO" userId="26136843710c26e4" providerId="Windows Live" clId="Web-{42C215B0-D133-4B63-8100-CCDCA4AC8C7A}" dt="2023-09-11T19:42:08.601" v="793" actId="20577"/>
          <ac:spMkLst>
            <pc:docMk/>
            <pc:sldMk cId="1115895164" sldId="2608"/>
            <ac:spMk id="13" creationId="{48006340-BD83-4756-93A9-0024B05E6F8B}"/>
          </ac:spMkLst>
        </pc:spChg>
      </pc:sldChg>
      <pc:sldChg chg="addSp delSp modSp add replId">
        <pc:chgData name="Give NGO" userId="26136843710c26e4" providerId="Windows Live" clId="Web-{42C215B0-D133-4B63-8100-CCDCA4AC8C7A}" dt="2023-09-11T19:43:53.789" v="810"/>
        <pc:sldMkLst>
          <pc:docMk/>
          <pc:sldMk cId="3766567797" sldId="2609"/>
        </pc:sldMkLst>
        <pc:spChg chg="mod">
          <ac:chgData name="Give NGO" userId="26136843710c26e4" providerId="Windows Live" clId="Web-{42C215B0-D133-4B63-8100-CCDCA4AC8C7A}" dt="2023-09-11T19:43:20.835" v="804" actId="20577"/>
          <ac:spMkLst>
            <pc:docMk/>
            <pc:sldMk cId="3766567797" sldId="2609"/>
            <ac:spMk id="6" creationId="{8160A3BE-003F-4EEC-8127-816E83BE9002}"/>
          </ac:spMkLst>
        </pc:spChg>
        <pc:cxnChg chg="add del mod">
          <ac:chgData name="Give NGO" userId="26136843710c26e4" providerId="Windows Live" clId="Web-{42C215B0-D133-4B63-8100-CCDCA4AC8C7A}" dt="2023-09-11T19:43:53.789" v="810"/>
          <ac:cxnSpMkLst>
            <pc:docMk/>
            <pc:sldMk cId="3766567797" sldId="2609"/>
            <ac:cxnSpMk id="2" creationId="{5CF2B1B4-FA5A-9ACE-3A53-FA7D3FE9F95A}"/>
          </ac:cxnSpMkLst>
        </pc:cxnChg>
      </pc:sldChg>
    </pc:docChg>
  </pc:docChgLst>
  <pc:docChgLst>
    <pc:chgData name="Give NGO" userId="26136843710c26e4" providerId="LiveId" clId="{79B455B2-57A4-4D66-8788-E08878AAC925}"/>
    <pc:docChg chg="undo custSel addSld modSld sldOrd">
      <pc:chgData name="Give NGO" userId="26136843710c26e4" providerId="LiveId" clId="{79B455B2-57A4-4D66-8788-E08878AAC925}" dt="2023-09-11T19:20:44.475" v="132" actId="113"/>
      <pc:docMkLst>
        <pc:docMk/>
      </pc:docMkLst>
      <pc:sldChg chg="modSp mod">
        <pc:chgData name="Give NGO" userId="26136843710c26e4" providerId="LiveId" clId="{79B455B2-57A4-4D66-8788-E08878AAC925}" dt="2023-09-11T12:13:59.979" v="12" actId="14100"/>
        <pc:sldMkLst>
          <pc:docMk/>
          <pc:sldMk cId="447075841" sldId="2550"/>
        </pc:sldMkLst>
        <pc:picChg chg="mod">
          <ac:chgData name="Give NGO" userId="26136843710c26e4" providerId="LiveId" clId="{79B455B2-57A4-4D66-8788-E08878AAC925}" dt="2023-09-11T12:13:59.979" v="12" actId="14100"/>
          <ac:picMkLst>
            <pc:docMk/>
            <pc:sldMk cId="447075841" sldId="2550"/>
            <ac:picMk id="8" creationId="{4D519120-388A-4F6A-B47F-1F1049AF8861}"/>
          </ac:picMkLst>
        </pc:picChg>
      </pc:sldChg>
      <pc:sldChg chg="modSp mod">
        <pc:chgData name="Give NGO" userId="26136843710c26e4" providerId="LiveId" clId="{79B455B2-57A4-4D66-8788-E08878AAC925}" dt="2023-09-11T12:05:09.292" v="9" actId="20577"/>
        <pc:sldMkLst>
          <pc:docMk/>
          <pc:sldMk cId="1515538843" sldId="2604"/>
        </pc:sldMkLst>
        <pc:spChg chg="mod">
          <ac:chgData name="Give NGO" userId="26136843710c26e4" providerId="LiveId" clId="{79B455B2-57A4-4D66-8788-E08878AAC925}" dt="2023-09-11T12:05:09.292" v="9" actId="20577"/>
          <ac:spMkLst>
            <pc:docMk/>
            <pc:sldMk cId="1515538843" sldId="2604"/>
            <ac:spMk id="26" creationId="{0CC7FBE3-1708-4382-97E3-1DED35B90AAA}"/>
          </ac:spMkLst>
        </pc:spChg>
        <pc:spChg chg="mod">
          <ac:chgData name="Give NGO" userId="26136843710c26e4" providerId="LiveId" clId="{79B455B2-57A4-4D66-8788-E08878AAC925}" dt="2023-09-11T12:04:59.059" v="4" actId="113"/>
          <ac:spMkLst>
            <pc:docMk/>
            <pc:sldMk cId="1515538843" sldId="2604"/>
            <ac:spMk id="34" creationId="{F0E3F427-FFB6-40FC-A5A3-2EF9D0722C81}"/>
          </ac:spMkLst>
        </pc:spChg>
      </pc:sldChg>
      <pc:sldChg chg="modSp mod">
        <pc:chgData name="Give NGO" userId="26136843710c26e4" providerId="LiveId" clId="{79B455B2-57A4-4D66-8788-E08878AAC925}" dt="2023-09-11T18:40:39.335" v="13" actId="14826"/>
        <pc:sldMkLst>
          <pc:docMk/>
          <pc:sldMk cId="4214746379" sldId="2606"/>
        </pc:sldMkLst>
        <pc:grpChg chg="mod">
          <ac:chgData name="Give NGO" userId="26136843710c26e4" providerId="LiveId" clId="{79B455B2-57A4-4D66-8788-E08878AAC925}" dt="2023-09-11T12:04:33.894" v="2" actId="14100"/>
          <ac:grpSpMkLst>
            <pc:docMk/>
            <pc:sldMk cId="4214746379" sldId="2606"/>
            <ac:grpSpMk id="29" creationId="{0B179635-A452-4C05-8C50-A615CF195218}"/>
          </ac:grpSpMkLst>
        </pc:grpChg>
        <pc:picChg chg="mod">
          <ac:chgData name="Give NGO" userId="26136843710c26e4" providerId="LiveId" clId="{79B455B2-57A4-4D66-8788-E08878AAC925}" dt="2023-09-11T18:40:39.335" v="13" actId="14826"/>
          <ac:picMkLst>
            <pc:docMk/>
            <pc:sldMk cId="4214746379" sldId="2606"/>
            <ac:picMk id="10" creationId="{61D2DDBD-3695-4A90-842B-30BC03493A6E}"/>
          </ac:picMkLst>
        </pc:picChg>
      </pc:sldChg>
      <pc:sldChg chg="addSp delSp modSp add mod ord">
        <pc:chgData name="Give NGO" userId="26136843710c26e4" providerId="LiveId" clId="{79B455B2-57A4-4D66-8788-E08878AAC925}" dt="2023-09-11T19:20:44.475" v="132" actId="113"/>
        <pc:sldMkLst>
          <pc:docMk/>
          <pc:sldMk cId="856596424" sldId="2607"/>
        </pc:sldMkLst>
        <pc:spChg chg="add del mod">
          <ac:chgData name="Give NGO" userId="26136843710c26e4" providerId="LiveId" clId="{79B455B2-57A4-4D66-8788-E08878AAC925}" dt="2023-09-11T18:53:59.289" v="50"/>
          <ac:spMkLst>
            <pc:docMk/>
            <pc:sldMk cId="856596424" sldId="2607"/>
            <ac:spMk id="3" creationId="{624200FF-1095-E754-8A1D-FE886BA1E9B3}"/>
          </ac:spMkLst>
        </pc:spChg>
        <pc:spChg chg="mod">
          <ac:chgData name="Give NGO" userId="26136843710c26e4" providerId="LiveId" clId="{79B455B2-57A4-4D66-8788-E08878AAC925}" dt="2023-09-11T18:52:36.699" v="48" actId="20577"/>
          <ac:spMkLst>
            <pc:docMk/>
            <pc:sldMk cId="856596424" sldId="2607"/>
            <ac:spMk id="7" creationId="{4157FCEC-8AD5-730F-EE55-316DF7EF3EC2}"/>
          </ac:spMkLst>
        </pc:spChg>
        <pc:spChg chg="del">
          <ac:chgData name="Give NGO" userId="26136843710c26e4" providerId="LiveId" clId="{79B455B2-57A4-4D66-8788-E08878AAC925}" dt="2023-09-11T18:54:16.818" v="53" actId="478"/>
          <ac:spMkLst>
            <pc:docMk/>
            <pc:sldMk cId="856596424" sldId="2607"/>
            <ac:spMk id="11" creationId="{976B591C-EB8E-4DF8-B01D-D348220159AC}"/>
          </ac:spMkLst>
        </pc:spChg>
        <pc:spChg chg="mod">
          <ac:chgData name="Give NGO" userId="26136843710c26e4" providerId="LiveId" clId="{79B455B2-57A4-4D66-8788-E08878AAC925}" dt="2023-09-11T19:20:44.475" v="132" actId="113"/>
          <ac:spMkLst>
            <pc:docMk/>
            <pc:sldMk cId="856596424" sldId="2607"/>
            <ac:spMk id="13" creationId="{48006340-BD83-4756-93A9-0024B05E6F8B}"/>
          </ac:spMkLst>
        </pc:spChg>
        <pc:spChg chg="add del mod">
          <ac:chgData name="Give NGO" userId="26136843710c26e4" providerId="LiveId" clId="{79B455B2-57A4-4D66-8788-E08878AAC925}" dt="2023-09-11T18:54:14.488" v="52" actId="478"/>
          <ac:spMkLst>
            <pc:docMk/>
            <pc:sldMk cId="856596424" sldId="2607"/>
            <ac:spMk id="14" creationId="{98D66F88-477D-5A8F-DC42-8C71398FC516}"/>
          </ac:spMkLst>
        </pc:spChg>
        <pc:picChg chg="add del mod">
          <ac:chgData name="Give NGO" userId="26136843710c26e4" providerId="LiveId" clId="{79B455B2-57A4-4D66-8788-E08878AAC925}" dt="2023-09-11T18:54:11.829" v="51" actId="478"/>
          <ac:picMkLst>
            <pc:docMk/>
            <pc:sldMk cId="856596424" sldId="2607"/>
            <ac:picMk id="6" creationId="{CA6FDCA1-C58E-CEC8-50F7-6E6AD11C7A5E}"/>
          </ac:picMkLst>
        </pc:picChg>
        <pc:picChg chg="add mod">
          <ac:chgData name="Give NGO" userId="26136843710c26e4" providerId="LiveId" clId="{79B455B2-57A4-4D66-8788-E08878AAC925}" dt="2023-09-11T18:54:36.090" v="57" actId="14100"/>
          <ac:picMkLst>
            <pc:docMk/>
            <pc:sldMk cId="856596424" sldId="2607"/>
            <ac:picMk id="16" creationId="{02B127AD-EFE9-831A-50B4-C6631717226A}"/>
          </ac:picMkLst>
        </pc:picChg>
        <pc:picChg chg="del">
          <ac:chgData name="Give NGO" userId="26136843710c26e4" providerId="LiveId" clId="{79B455B2-57A4-4D66-8788-E08878AAC925}" dt="2023-09-11T18:53:58.203" v="49" actId="478"/>
          <ac:picMkLst>
            <pc:docMk/>
            <pc:sldMk cId="856596424" sldId="2607"/>
            <ac:picMk id="18" creationId="{B66CA47E-218A-7BC8-2AF9-F82329DCB5DC}"/>
          </ac:picMkLst>
        </pc:picChg>
      </pc:sldChg>
    </pc:docChg>
  </pc:docChgLst>
  <pc:docChgLst>
    <pc:chgData name="Give NGO" userId="26136843710c26e4" providerId="Windows Live" clId="Web-{A006493F-F4AF-4B5F-819B-72A86AD3C913}"/>
    <pc:docChg chg="addSld delSld">
      <pc:chgData name="Give NGO" userId="26136843710c26e4" providerId="Windows Live" clId="Web-{A006493F-F4AF-4B5F-819B-72A86AD3C913}" dt="2023-09-22T09:27:52.374" v="10"/>
      <pc:docMkLst>
        <pc:docMk/>
      </pc:docMkLst>
      <pc:sldChg chg="del">
        <pc:chgData name="Give NGO" userId="26136843710c26e4" providerId="Windows Live" clId="Web-{A006493F-F4AF-4B5F-819B-72A86AD3C913}" dt="2023-09-22T09:25:03.355" v="3"/>
        <pc:sldMkLst>
          <pc:docMk/>
          <pc:sldMk cId="2787447491" sldId="2542"/>
        </pc:sldMkLst>
      </pc:sldChg>
      <pc:sldChg chg="del">
        <pc:chgData name="Give NGO" userId="26136843710c26e4" providerId="Windows Live" clId="Web-{A006493F-F4AF-4B5F-819B-72A86AD3C913}" dt="2023-09-22T09:20:22.147" v="1"/>
        <pc:sldMkLst>
          <pc:docMk/>
          <pc:sldMk cId="1474205291" sldId="2593"/>
        </pc:sldMkLst>
      </pc:sldChg>
      <pc:sldChg chg="add del">
        <pc:chgData name="Give NGO" userId="26136843710c26e4" providerId="Windows Live" clId="Web-{A006493F-F4AF-4B5F-819B-72A86AD3C913}" dt="2023-09-22T09:25:03.418" v="8"/>
        <pc:sldMkLst>
          <pc:docMk/>
          <pc:sldMk cId="1515538843" sldId="2604"/>
        </pc:sldMkLst>
      </pc:sldChg>
      <pc:sldChg chg="del">
        <pc:chgData name="Give NGO" userId="26136843710c26e4" providerId="Windows Live" clId="Web-{A006493F-F4AF-4B5F-819B-72A86AD3C913}" dt="2023-09-22T09:20:22.131" v="0"/>
        <pc:sldMkLst>
          <pc:docMk/>
          <pc:sldMk cId="71622372" sldId="2605"/>
        </pc:sldMkLst>
      </pc:sldChg>
      <pc:sldChg chg="add del">
        <pc:chgData name="Give NGO" userId="26136843710c26e4" providerId="Windows Live" clId="Web-{A006493F-F4AF-4B5F-819B-72A86AD3C913}" dt="2023-09-22T09:27:52.374" v="10"/>
        <pc:sldMkLst>
          <pc:docMk/>
          <pc:sldMk cId="856596424" sldId="2607"/>
        </pc:sldMkLst>
      </pc:sldChg>
      <pc:sldChg chg="del">
        <pc:chgData name="Give NGO" userId="26136843710c26e4" providerId="Windows Live" clId="Web-{A006493F-F4AF-4B5F-819B-72A86AD3C913}" dt="2023-09-22T09:25:03.386" v="5"/>
        <pc:sldMkLst>
          <pc:docMk/>
          <pc:sldMk cId="3766567797" sldId="2609"/>
        </pc:sldMkLst>
      </pc:sldChg>
      <pc:sldChg chg="del">
        <pc:chgData name="Give NGO" userId="26136843710c26e4" providerId="Windows Live" clId="Web-{A006493F-F4AF-4B5F-819B-72A86AD3C913}" dt="2023-09-22T09:25:03.371" v="4"/>
        <pc:sldMkLst>
          <pc:docMk/>
          <pc:sldMk cId="938299367" sldId="2610"/>
        </pc:sldMkLst>
      </pc:sldChg>
      <pc:sldChg chg="del">
        <pc:chgData name="Give NGO" userId="26136843710c26e4" providerId="Windows Live" clId="Web-{A006493F-F4AF-4B5F-819B-72A86AD3C913}" dt="2023-09-22T09:20:36.600" v="2"/>
        <pc:sldMkLst>
          <pc:docMk/>
          <pc:sldMk cId="3651761635" sldId="2611"/>
        </pc:sldMkLst>
      </pc:sldChg>
    </pc:docChg>
  </pc:docChgLst>
  <pc:docChgLst>
    <pc:chgData name="Give NGO" userId="26136843710c26e4" providerId="Windows Live" clId="Web-{A1DCDB44-3E4D-4EE0-89CF-F7E1AE2A1646}"/>
    <pc:docChg chg="sldOrd">
      <pc:chgData name="Give NGO" userId="26136843710c26e4" providerId="Windows Live" clId="Web-{A1DCDB44-3E4D-4EE0-89CF-F7E1AE2A1646}" dt="2023-09-12T09:44:35.568" v="0"/>
      <pc:docMkLst>
        <pc:docMk/>
      </pc:docMkLst>
      <pc:sldChg chg="ord">
        <pc:chgData name="Give NGO" userId="26136843710c26e4" providerId="Windows Live" clId="Web-{A1DCDB44-3E4D-4EE0-89CF-F7E1AE2A1646}" dt="2023-09-12T09:44:35.568" v="0"/>
        <pc:sldMkLst>
          <pc:docMk/>
          <pc:sldMk cId="1455050337" sldId="2551"/>
        </pc:sldMkLst>
      </pc:sldChg>
    </pc:docChg>
  </pc:docChgLst>
  <pc:docChgLst>
    <pc:chgData name="Give NGO" userId="26136843710c26e4" providerId="Windows Live" clId="Web-{32FCC7F6-7541-47B6-B17B-3A47FB2C2F01}"/>
    <pc:docChg chg="delSld">
      <pc:chgData name="Give NGO" userId="26136843710c26e4" providerId="Windows Live" clId="Web-{32FCC7F6-7541-47B6-B17B-3A47FB2C2F01}" dt="2023-09-22T09:18:00.822" v="17"/>
      <pc:docMkLst>
        <pc:docMk/>
      </pc:docMkLst>
      <pc:sldChg chg="del">
        <pc:chgData name="Give NGO" userId="26136843710c26e4" providerId="Windows Live" clId="Web-{32FCC7F6-7541-47B6-B17B-3A47FB2C2F01}" dt="2023-09-22T09:17:14.493" v="11"/>
        <pc:sldMkLst>
          <pc:docMk/>
          <pc:sldMk cId="1312222527" sldId="2480"/>
        </pc:sldMkLst>
      </pc:sldChg>
      <pc:sldChg chg="del">
        <pc:chgData name="Give NGO" userId="26136843710c26e4" providerId="Windows Live" clId="Web-{32FCC7F6-7541-47B6-B17B-3A47FB2C2F01}" dt="2023-09-22T09:17:14.321" v="9"/>
        <pc:sldMkLst>
          <pc:docMk/>
          <pc:sldMk cId="447075841" sldId="2550"/>
        </pc:sldMkLst>
      </pc:sldChg>
      <pc:sldChg chg="del">
        <pc:chgData name="Give NGO" userId="26136843710c26e4" providerId="Windows Live" clId="Web-{32FCC7F6-7541-47B6-B17B-3A47FB2C2F01}" dt="2023-09-22T09:18:00.572" v="12"/>
        <pc:sldMkLst>
          <pc:docMk/>
          <pc:sldMk cId="2464710079" sldId="2558"/>
        </pc:sldMkLst>
      </pc:sldChg>
      <pc:sldChg chg="del">
        <pc:chgData name="Give NGO" userId="26136843710c26e4" providerId="Windows Live" clId="Web-{32FCC7F6-7541-47B6-B17B-3A47FB2C2F01}" dt="2023-09-22T09:17:14.306" v="8"/>
        <pc:sldMkLst>
          <pc:docMk/>
          <pc:sldMk cId="1313324956" sldId="2565"/>
        </pc:sldMkLst>
      </pc:sldChg>
      <pc:sldChg chg="del">
        <pc:chgData name="Give NGO" userId="26136843710c26e4" providerId="Windows Live" clId="Web-{32FCC7F6-7541-47B6-B17B-3A47FB2C2F01}" dt="2023-09-22T09:16:58.477" v="3"/>
        <pc:sldMkLst>
          <pc:docMk/>
          <pc:sldMk cId="1704183846" sldId="2567"/>
        </pc:sldMkLst>
      </pc:sldChg>
      <pc:sldChg chg="del">
        <pc:chgData name="Give NGO" userId="26136843710c26e4" providerId="Windows Live" clId="Web-{32FCC7F6-7541-47B6-B17B-3A47FB2C2F01}" dt="2023-09-22T09:16:58.446" v="1"/>
        <pc:sldMkLst>
          <pc:docMk/>
          <pc:sldMk cId="1944704113" sldId="2574"/>
        </pc:sldMkLst>
      </pc:sldChg>
      <pc:sldChg chg="del">
        <pc:chgData name="Give NGO" userId="26136843710c26e4" providerId="Windows Live" clId="Web-{32FCC7F6-7541-47B6-B17B-3A47FB2C2F01}" dt="2023-09-22T09:18:00.822" v="17"/>
        <pc:sldMkLst>
          <pc:docMk/>
          <pc:sldMk cId="2318393972" sldId="2587"/>
        </pc:sldMkLst>
      </pc:sldChg>
      <pc:sldChg chg="del">
        <pc:chgData name="Give NGO" userId="26136843710c26e4" providerId="Windows Live" clId="Web-{32FCC7F6-7541-47B6-B17B-3A47FB2C2F01}" dt="2023-09-22T09:17:14.478" v="10"/>
        <pc:sldMkLst>
          <pc:docMk/>
          <pc:sldMk cId="511068269" sldId="2588"/>
        </pc:sldMkLst>
      </pc:sldChg>
      <pc:sldChg chg="del">
        <pc:chgData name="Give NGO" userId="26136843710c26e4" providerId="Windows Live" clId="Web-{32FCC7F6-7541-47B6-B17B-3A47FB2C2F01}" dt="2023-09-22T09:18:00.807" v="16"/>
        <pc:sldMkLst>
          <pc:docMk/>
          <pc:sldMk cId="1134878372" sldId="2592"/>
        </pc:sldMkLst>
      </pc:sldChg>
      <pc:sldChg chg="del">
        <pc:chgData name="Give NGO" userId="26136843710c26e4" providerId="Windows Live" clId="Web-{32FCC7F6-7541-47B6-B17B-3A47FB2C2F01}" dt="2023-09-22T09:16:58.587" v="6"/>
        <pc:sldMkLst>
          <pc:docMk/>
          <pc:sldMk cId="1088379887" sldId="2594"/>
        </pc:sldMkLst>
      </pc:sldChg>
      <pc:sldChg chg="del">
        <pc:chgData name="Give NGO" userId="26136843710c26e4" providerId="Windows Live" clId="Web-{32FCC7F6-7541-47B6-B17B-3A47FB2C2F01}" dt="2023-09-22T09:17:14.274" v="7"/>
        <pc:sldMkLst>
          <pc:docMk/>
          <pc:sldMk cId="3176080392" sldId="2595"/>
        </pc:sldMkLst>
      </pc:sldChg>
      <pc:sldChg chg="del">
        <pc:chgData name="Give NGO" userId="26136843710c26e4" providerId="Windows Live" clId="Web-{32FCC7F6-7541-47B6-B17B-3A47FB2C2F01}" dt="2023-09-22T09:18:00.682" v="13"/>
        <pc:sldMkLst>
          <pc:docMk/>
          <pc:sldMk cId="3453496108" sldId="2597"/>
        </pc:sldMkLst>
      </pc:sldChg>
      <pc:sldChg chg="del">
        <pc:chgData name="Give NGO" userId="26136843710c26e4" providerId="Windows Live" clId="Web-{32FCC7F6-7541-47B6-B17B-3A47FB2C2F01}" dt="2023-09-22T09:18:00.776" v="14"/>
        <pc:sldMkLst>
          <pc:docMk/>
          <pc:sldMk cId="990432539" sldId="2598"/>
        </pc:sldMkLst>
      </pc:sldChg>
      <pc:sldChg chg="del">
        <pc:chgData name="Give NGO" userId="26136843710c26e4" providerId="Windows Live" clId="Web-{32FCC7F6-7541-47B6-B17B-3A47FB2C2F01}" dt="2023-09-22T09:18:00.791" v="15"/>
        <pc:sldMkLst>
          <pc:docMk/>
          <pc:sldMk cId="2904778970" sldId="2599"/>
        </pc:sldMkLst>
      </pc:sldChg>
      <pc:sldChg chg="del">
        <pc:chgData name="Give NGO" userId="26136843710c26e4" providerId="Windows Live" clId="Web-{32FCC7F6-7541-47B6-B17B-3A47FB2C2F01}" dt="2023-09-22T09:16:58.462" v="2"/>
        <pc:sldMkLst>
          <pc:docMk/>
          <pc:sldMk cId="616996271" sldId="2600"/>
        </pc:sldMkLst>
      </pc:sldChg>
      <pc:sldChg chg="del">
        <pc:chgData name="Give NGO" userId="26136843710c26e4" providerId="Windows Live" clId="Web-{32FCC7F6-7541-47B6-B17B-3A47FB2C2F01}" dt="2023-09-22T09:16:58.493" v="4"/>
        <pc:sldMkLst>
          <pc:docMk/>
          <pc:sldMk cId="128082438" sldId="2602"/>
        </pc:sldMkLst>
      </pc:sldChg>
      <pc:sldChg chg="del">
        <pc:chgData name="Give NGO" userId="26136843710c26e4" providerId="Windows Live" clId="Web-{32FCC7F6-7541-47B6-B17B-3A47FB2C2F01}" dt="2023-09-22T09:16:58.508" v="5"/>
        <pc:sldMkLst>
          <pc:docMk/>
          <pc:sldMk cId="393353065" sldId="2603"/>
        </pc:sldMkLst>
      </pc:sldChg>
      <pc:sldChg chg="del">
        <pc:chgData name="Give NGO" userId="26136843710c26e4" providerId="Windows Live" clId="Web-{32FCC7F6-7541-47B6-B17B-3A47FB2C2F01}" dt="2023-09-22T09:16:58.430" v="0"/>
        <pc:sldMkLst>
          <pc:docMk/>
          <pc:sldMk cId="3812506080" sldId="2612"/>
        </pc:sldMkLst>
      </pc:sldChg>
    </pc:docChg>
  </pc:docChgLst>
  <pc:docChgLst>
    <pc:chgData name="Give NGO" userId="26136843710c26e4" providerId="Windows Live" clId="Web-{88F00F9D-B475-40FA-BDAD-55DEA5D0169B}"/>
    <pc:docChg chg="addSld delSld modSld">
      <pc:chgData name="Give NGO" userId="26136843710c26e4" providerId="Windows Live" clId="Web-{88F00F9D-B475-40FA-BDAD-55DEA5D0169B}" dt="2023-09-12T09:48:12.713" v="107"/>
      <pc:docMkLst>
        <pc:docMk/>
      </pc:docMkLst>
      <pc:sldChg chg="del">
        <pc:chgData name="Give NGO" userId="26136843710c26e4" providerId="Windows Live" clId="Web-{88F00F9D-B475-40FA-BDAD-55DEA5D0169B}" dt="2023-09-12T09:04:25.018" v="87"/>
        <pc:sldMkLst>
          <pc:docMk/>
          <pc:sldMk cId="250026111" sldId="297"/>
        </pc:sldMkLst>
      </pc:sldChg>
      <pc:sldChg chg="del">
        <pc:chgData name="Give NGO" userId="26136843710c26e4" providerId="Windows Live" clId="Web-{88F00F9D-B475-40FA-BDAD-55DEA5D0169B}" dt="2023-09-12T09:04:37.081" v="90"/>
        <pc:sldMkLst>
          <pc:docMk/>
          <pc:sldMk cId="3955010352" sldId="2478"/>
        </pc:sldMkLst>
      </pc:sldChg>
      <pc:sldChg chg="delSp modSp">
        <pc:chgData name="Give NGO" userId="26136843710c26e4" providerId="Windows Live" clId="Web-{88F00F9D-B475-40FA-BDAD-55DEA5D0169B}" dt="2023-09-12T09:47:34.712" v="106" actId="20577"/>
        <pc:sldMkLst>
          <pc:docMk/>
          <pc:sldMk cId="1548171070" sldId="2505"/>
        </pc:sldMkLst>
        <pc:spChg chg="mod">
          <ac:chgData name="Give NGO" userId="26136843710c26e4" providerId="Windows Live" clId="Web-{88F00F9D-B475-40FA-BDAD-55DEA5D0169B}" dt="2023-09-12T09:47:34.712" v="106" actId="20577"/>
          <ac:spMkLst>
            <pc:docMk/>
            <pc:sldMk cId="1548171070" sldId="2505"/>
            <ac:spMk id="4" creationId="{B40611FD-9517-4BB0-807D-338D8BD19813}"/>
          </ac:spMkLst>
        </pc:spChg>
        <pc:grpChg chg="del">
          <ac:chgData name="Give NGO" userId="26136843710c26e4" providerId="Windows Live" clId="Web-{88F00F9D-B475-40FA-BDAD-55DEA5D0169B}" dt="2023-09-12T09:46:08.833" v="95"/>
          <ac:grpSpMkLst>
            <pc:docMk/>
            <pc:sldMk cId="1548171070" sldId="2505"/>
            <ac:grpSpMk id="8" creationId="{7A1F3257-5313-404B-9049-9AACED31B334}"/>
          </ac:grpSpMkLst>
        </pc:grpChg>
        <pc:picChg chg="mod">
          <ac:chgData name="Give NGO" userId="26136843710c26e4" providerId="Windows Live" clId="Web-{88F00F9D-B475-40FA-BDAD-55DEA5D0169B}" dt="2023-09-12T09:47:13.148" v="102" actId="1076"/>
          <ac:picMkLst>
            <pc:docMk/>
            <pc:sldMk cId="1548171070" sldId="2505"/>
            <ac:picMk id="5" creationId="{D511250B-D485-F62F-3039-122E37487AEB}"/>
          </ac:picMkLst>
        </pc:picChg>
      </pc:sldChg>
      <pc:sldChg chg="add del">
        <pc:chgData name="Give NGO" userId="26136843710c26e4" providerId="Windows Live" clId="Web-{88F00F9D-B475-40FA-BDAD-55DEA5D0169B}" dt="2023-09-12T09:04:33.988" v="89"/>
        <pc:sldMkLst>
          <pc:docMk/>
          <pc:sldMk cId="2306037098" sldId="2528"/>
        </pc:sldMkLst>
      </pc:sldChg>
      <pc:sldChg chg="del">
        <pc:chgData name="Give NGO" userId="26136843710c26e4" providerId="Windows Live" clId="Web-{88F00F9D-B475-40FA-BDAD-55DEA5D0169B}" dt="2023-09-12T09:48:12.713" v="107"/>
        <pc:sldMkLst>
          <pc:docMk/>
          <pc:sldMk cId="1455050337" sldId="2551"/>
        </pc:sldMkLst>
      </pc:sldChg>
      <pc:sldChg chg="add del">
        <pc:chgData name="Give NGO" userId="26136843710c26e4" providerId="Windows Live" clId="Web-{88F00F9D-B475-40FA-BDAD-55DEA5D0169B}" dt="2023-09-12T09:04:28.987" v="88"/>
        <pc:sldMkLst>
          <pc:docMk/>
          <pc:sldMk cId="2513776864" sldId="2553"/>
        </pc:sldMkLst>
      </pc:sldChg>
      <pc:sldChg chg="del">
        <pc:chgData name="Give NGO" userId="26136843710c26e4" providerId="Windows Live" clId="Web-{88F00F9D-B475-40FA-BDAD-55DEA5D0169B}" dt="2023-09-12T08:13:34.964" v="0"/>
        <pc:sldMkLst>
          <pc:docMk/>
          <pc:sldMk cId="4292570253" sldId="2573"/>
        </pc:sldMkLst>
      </pc:sldChg>
      <pc:sldChg chg="modSp">
        <pc:chgData name="Give NGO" userId="26136843710c26e4" providerId="Windows Live" clId="Web-{88F00F9D-B475-40FA-BDAD-55DEA5D0169B}" dt="2023-09-12T08:15:30.890" v="5" actId="20577"/>
        <pc:sldMkLst>
          <pc:docMk/>
          <pc:sldMk cId="1944704113" sldId="2574"/>
        </pc:sldMkLst>
        <pc:spChg chg="mod">
          <ac:chgData name="Give NGO" userId="26136843710c26e4" providerId="Windows Live" clId="Web-{88F00F9D-B475-40FA-BDAD-55DEA5D0169B}" dt="2023-09-12T08:15:30.890" v="5" actId="20577"/>
          <ac:spMkLst>
            <pc:docMk/>
            <pc:sldMk cId="1944704113" sldId="2574"/>
            <ac:spMk id="3" creationId="{A80A467C-42BA-FD13-0F96-B634B0C52A26}"/>
          </ac:spMkLst>
        </pc:spChg>
      </pc:sldChg>
      <pc:sldChg chg="modSp">
        <pc:chgData name="Give NGO" userId="26136843710c26e4" providerId="Windows Live" clId="Web-{88F00F9D-B475-40FA-BDAD-55DEA5D0169B}" dt="2023-09-12T08:44:32.801" v="17" actId="20577"/>
        <pc:sldMkLst>
          <pc:docMk/>
          <pc:sldMk cId="3766567797" sldId="2609"/>
        </pc:sldMkLst>
        <pc:spChg chg="mod">
          <ac:chgData name="Give NGO" userId="26136843710c26e4" providerId="Windows Live" clId="Web-{88F00F9D-B475-40FA-BDAD-55DEA5D0169B}" dt="2023-09-12T08:44:32.801" v="17" actId="20577"/>
          <ac:spMkLst>
            <pc:docMk/>
            <pc:sldMk cId="3766567797" sldId="2609"/>
            <ac:spMk id="6" creationId="{8160A3BE-003F-4EEC-8127-816E83BE9002}"/>
          </ac:spMkLst>
        </pc:spChg>
      </pc:sldChg>
      <pc:sldChg chg="modSp add replId">
        <pc:chgData name="Give NGO" userId="26136843710c26e4" providerId="Windows Live" clId="Web-{88F00F9D-B475-40FA-BDAD-55DEA5D0169B}" dt="2023-09-12T08:44:22.472" v="10" actId="20577"/>
        <pc:sldMkLst>
          <pc:docMk/>
          <pc:sldMk cId="938299367" sldId="2610"/>
        </pc:sldMkLst>
        <pc:spChg chg="mod">
          <ac:chgData name="Give NGO" userId="26136843710c26e4" providerId="Windows Live" clId="Web-{88F00F9D-B475-40FA-BDAD-55DEA5D0169B}" dt="2023-09-12T08:44:22.472" v="10" actId="20577"/>
          <ac:spMkLst>
            <pc:docMk/>
            <pc:sldMk cId="938299367" sldId="2610"/>
            <ac:spMk id="6" creationId="{8160A3BE-003F-4EEC-8127-816E83BE9002}"/>
          </ac:spMkLst>
        </pc:spChg>
      </pc:sldChg>
      <pc:sldChg chg="del">
        <pc:chgData name="Give NGO" userId="26136843710c26e4" providerId="Windows Live" clId="Web-{88F00F9D-B475-40FA-BDAD-55DEA5D0169B}" dt="2023-09-12T08:13:38.745" v="1"/>
        <pc:sldMkLst>
          <pc:docMk/>
          <pc:sldMk cId="2293299855" sldId="2610"/>
        </pc:sldMkLst>
      </pc:sldChg>
      <pc:sldChg chg="del">
        <pc:chgData name="Give NGO" userId="26136843710c26e4" providerId="Windows Live" clId="Web-{88F00F9D-B475-40FA-BDAD-55DEA5D0169B}" dt="2023-09-12T08:13:44.777" v="2"/>
        <pc:sldMkLst>
          <pc:docMk/>
          <pc:sldMk cId="2675587602" sldId="2611"/>
        </pc:sldMkLst>
      </pc:sldChg>
      <pc:sldChg chg="modSp add">
        <pc:chgData name="Give NGO" userId="26136843710c26e4" providerId="Windows Live" clId="Web-{88F00F9D-B475-40FA-BDAD-55DEA5D0169B}" dt="2023-09-12T09:15:33.950" v="91" actId="20577"/>
        <pc:sldMkLst>
          <pc:docMk/>
          <pc:sldMk cId="3651761635" sldId="2611"/>
        </pc:sldMkLst>
        <pc:spChg chg="mod">
          <ac:chgData name="Give NGO" userId="26136843710c26e4" providerId="Windows Live" clId="Web-{88F00F9D-B475-40FA-BDAD-55DEA5D0169B}" dt="2023-09-12T09:15:33.950" v="91" actId="20577"/>
          <ac:spMkLst>
            <pc:docMk/>
            <pc:sldMk cId="3651761635" sldId="2611"/>
            <ac:spMk id="8" creationId="{CAF1A408-4CC7-EF94-92F8-595D00B3B37D}"/>
          </ac:spMkLst>
        </pc:spChg>
        <pc:spChg chg="mod">
          <ac:chgData name="Give NGO" userId="26136843710c26e4" providerId="Windows Live" clId="Web-{88F00F9D-B475-40FA-BDAD-55DEA5D0169B}" dt="2023-09-12T08:50:06.907" v="44" actId="20577"/>
          <ac:spMkLst>
            <pc:docMk/>
            <pc:sldMk cId="3651761635" sldId="2611"/>
            <ac:spMk id="17" creationId="{B03C03F7-0D72-377A-4E46-7596CEB8FB19}"/>
          </ac:spMkLst>
        </pc:spChg>
        <pc:spChg chg="mod">
          <ac:chgData name="Give NGO" userId="26136843710c26e4" providerId="Windows Live" clId="Web-{88F00F9D-B475-40FA-BDAD-55DEA5D0169B}" dt="2023-09-12T08:59:47.101" v="86" actId="20577"/>
          <ac:spMkLst>
            <pc:docMk/>
            <pc:sldMk cId="3651761635" sldId="2611"/>
            <ac:spMk id="71" creationId="{A580B9A6-04E5-424A-86A0-1743F5798A9F}"/>
          </ac:spMkLst>
        </pc:spChg>
      </pc:sldChg>
      <pc:sldChg chg="del">
        <pc:chgData name="Give NGO" userId="26136843710c26e4" providerId="Windows Live" clId="Web-{88F00F9D-B475-40FA-BDAD-55DEA5D0169B}" dt="2023-09-12T08:13:48.980" v="3"/>
        <pc:sldMkLst>
          <pc:docMk/>
          <pc:sldMk cId="1971573453" sldId="2612"/>
        </pc:sldMkLst>
      </pc:sldChg>
      <pc:sldChg chg="add replId">
        <pc:chgData name="Give NGO" userId="26136843710c26e4" providerId="Windows Live" clId="Web-{88F00F9D-B475-40FA-BDAD-55DEA5D0169B}" dt="2023-09-12T09:45:48.911" v="92"/>
        <pc:sldMkLst>
          <pc:docMk/>
          <pc:sldMk cId="3812506080" sldId="2612"/>
        </pc:sldMkLst>
      </pc:sldChg>
    </pc:docChg>
  </pc:docChgLst>
  <pc:docChgLst>
    <pc:chgData name="Give NGO" userId="26136843710c26e4" providerId="LiveId" clId="{398CF88F-8E39-447C-89C3-A6AA0A60F9CA}"/>
    <pc:docChg chg="undo custSel modSld">
      <pc:chgData name="Give NGO" userId="26136843710c26e4" providerId="LiveId" clId="{398CF88F-8E39-447C-89C3-A6AA0A60F9CA}" dt="2023-09-21T05:32:08.031" v="33" actId="6549"/>
      <pc:docMkLst>
        <pc:docMk/>
      </pc:docMkLst>
      <pc:sldChg chg="addSp delSp modSp mod">
        <pc:chgData name="Give NGO" userId="26136843710c26e4" providerId="LiveId" clId="{398CF88F-8E39-447C-89C3-A6AA0A60F9CA}" dt="2023-09-21T05:32:08.031" v="33" actId="6549"/>
        <pc:sldMkLst>
          <pc:docMk/>
          <pc:sldMk cId="2800142954" sldId="2544"/>
        </pc:sldMkLst>
        <pc:spChg chg="add del mod">
          <ac:chgData name="Give NGO" userId="26136843710c26e4" providerId="LiveId" clId="{398CF88F-8E39-447C-89C3-A6AA0A60F9CA}" dt="2023-09-21T05:31:28.253" v="2" actId="478"/>
          <ac:spMkLst>
            <pc:docMk/>
            <pc:sldMk cId="2800142954" sldId="2544"/>
            <ac:spMk id="3" creationId="{8680DF5C-8471-8F55-A91F-2308EC755872}"/>
          </ac:spMkLst>
        </pc:spChg>
        <pc:spChg chg="mod">
          <ac:chgData name="Give NGO" userId="26136843710c26e4" providerId="LiveId" clId="{398CF88F-8E39-447C-89C3-A6AA0A60F9CA}" dt="2023-09-21T05:32:08.031" v="33" actId="6549"/>
          <ac:spMkLst>
            <pc:docMk/>
            <pc:sldMk cId="2800142954" sldId="2544"/>
            <ac:spMk id="35" creationId="{95E5F4E1-92F6-48E9-B2C7-468628CB2885}"/>
          </ac:spMkLst>
        </pc:spChg>
        <pc:grpChg chg="add del">
          <ac:chgData name="Give NGO" userId="26136843710c26e4" providerId="LiveId" clId="{398CF88F-8E39-447C-89C3-A6AA0A60F9CA}" dt="2023-09-21T05:31:29.277" v="3" actId="478"/>
          <ac:grpSpMkLst>
            <pc:docMk/>
            <pc:sldMk cId="2800142954" sldId="2544"/>
            <ac:grpSpMk id="29" creationId="{0B179635-A452-4C05-8C50-A615CF195218}"/>
          </ac:grpSpMkLst>
        </pc:grpChg>
        <pc:picChg chg="add del">
          <ac:chgData name="Give NGO" userId="26136843710c26e4" providerId="LiveId" clId="{398CF88F-8E39-447C-89C3-A6AA0A60F9CA}" dt="2023-09-21T05:31:28.253" v="2" actId="478"/>
          <ac:picMkLst>
            <pc:docMk/>
            <pc:sldMk cId="2800142954" sldId="2544"/>
            <ac:picMk id="12" creationId="{3218069D-BE5D-4786-A630-FEA73E2FC60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7E711E-720E-4F53-B129-A55F6B2E1E8A}" type="datetimeFigureOut">
              <a:rPr lang="en-IN" smtClean="0"/>
              <a:t>22-09-2023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C5E2C-C40E-4E80-BA77-1A7A55A10A58}" type="slidenum">
              <a:rPr lang="en-IN" smtClean="0"/>
              <a:t>‹#›</a:t>
            </a:fld>
            <a:endParaRPr lang="en-IN"/>
          </a:p>
        </p:txBody>
      </p:sp>
    </p:spTree>
    <p:extLst>
      <p:ext uri="{BB962C8B-B14F-4D97-AF65-F5344CB8AC3E}">
        <p14:creationId xmlns:p14="http://schemas.microsoft.com/office/powerpoint/2010/main" val="4133871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0C5E2C-C40E-4E80-BA77-1A7A55A10A58}" type="slidenum">
              <a:rPr lang="en-IN" smtClean="0"/>
              <a:t>1</a:t>
            </a:fld>
            <a:endParaRPr lang="en-IN"/>
          </a:p>
        </p:txBody>
      </p:sp>
    </p:spTree>
    <p:extLst>
      <p:ext uri="{BB962C8B-B14F-4D97-AF65-F5344CB8AC3E}">
        <p14:creationId xmlns:p14="http://schemas.microsoft.com/office/powerpoint/2010/main" val="37102533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B1C8E650-F95F-4309-ABD2-68CDF64325DD}"/>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8" name="Footer Placeholder 7">
            <a:extLst>
              <a:ext uri="{FF2B5EF4-FFF2-40B4-BE49-F238E27FC236}">
                <a16:creationId xmlns:a16="http://schemas.microsoft.com/office/drawing/2014/main" id="{495641A3-E192-41BF-A175-0336627D2A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F37DB6-C9F8-41AE-B7C6-A6BE3C5FABA6}"/>
              </a:ext>
            </a:extLst>
          </p:cNvPr>
          <p:cNvSpPr>
            <a:spLocks noGrp="1"/>
          </p:cNvSpPr>
          <p:nvPr>
            <p:ph type="sldNum" sz="quarter" idx="12"/>
          </p:nvPr>
        </p:nvSpPr>
        <p:spPr/>
        <p:txBody>
          <a:bodyPr/>
          <a:lstStyle/>
          <a:p>
            <a:fld id="{18D83B32-9155-4995-8F45-3D78EEA1AA14}" type="slidenum">
              <a:rPr lang="en-IN" smtClean="0"/>
              <a:pPr/>
              <a:t>‹#›</a:t>
            </a:fld>
            <a:endParaRPr lang="en-IN"/>
          </a:p>
        </p:txBody>
      </p:sp>
      <p:sp>
        <p:nvSpPr>
          <p:cNvPr id="10" name="Rectangle 9">
            <a:extLst>
              <a:ext uri="{FF2B5EF4-FFF2-40B4-BE49-F238E27FC236}">
                <a16:creationId xmlns:a16="http://schemas.microsoft.com/office/drawing/2014/main" id="{69C5D86B-202E-4BF7-9DE0-BF329D5EC28D}"/>
              </a:ext>
            </a:extLst>
          </p:cNvPr>
          <p:cNvSpPr/>
          <p:nvPr userDrawn="1"/>
        </p:nvSpPr>
        <p:spPr>
          <a:xfrm flipH="1">
            <a:off x="9052560" y="0"/>
            <a:ext cx="3169920" cy="6858000"/>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41F0C06-908D-4587-933D-C00210769DC0}"/>
              </a:ext>
            </a:extLst>
          </p:cNvPr>
          <p:cNvSpPr/>
          <p:nvPr userDrawn="1"/>
        </p:nvSpPr>
        <p:spPr>
          <a:xfrm flipH="1">
            <a:off x="3708400" y="709334"/>
            <a:ext cx="6563360" cy="5437466"/>
          </a:xfrm>
          <a:custGeom>
            <a:avLst/>
            <a:gdLst>
              <a:gd name="connsiteX0" fmla="*/ 0 w 6563360"/>
              <a:gd name="connsiteY0" fmla="*/ 0 h 5435600"/>
              <a:gd name="connsiteX1" fmla="*/ 6563360 w 6563360"/>
              <a:gd name="connsiteY1" fmla="*/ 0 h 5435600"/>
              <a:gd name="connsiteX2" fmla="*/ 6563360 w 6563360"/>
              <a:gd name="connsiteY2" fmla="*/ 5435600 h 5435600"/>
              <a:gd name="connsiteX3" fmla="*/ 0 w 6563360"/>
              <a:gd name="connsiteY3" fmla="*/ 5435600 h 5435600"/>
              <a:gd name="connsiteX4" fmla="*/ 0 w 6563360"/>
              <a:gd name="connsiteY4" fmla="*/ 0 h 5435600"/>
              <a:gd name="connsiteX0" fmla="*/ 6563360 w 6654800"/>
              <a:gd name="connsiteY0" fmla="*/ 0 h 5435600"/>
              <a:gd name="connsiteX1" fmla="*/ 6563360 w 6654800"/>
              <a:gd name="connsiteY1" fmla="*/ 5435600 h 5435600"/>
              <a:gd name="connsiteX2" fmla="*/ 0 w 6654800"/>
              <a:gd name="connsiteY2" fmla="*/ 5435600 h 5435600"/>
              <a:gd name="connsiteX3" fmla="*/ 0 w 6654800"/>
              <a:gd name="connsiteY3" fmla="*/ 0 h 5435600"/>
              <a:gd name="connsiteX4" fmla="*/ 6654800 w 6654800"/>
              <a:gd name="connsiteY4" fmla="*/ 91440 h 5435600"/>
              <a:gd name="connsiteX0" fmla="*/ 6563360 w 6626808"/>
              <a:gd name="connsiteY0" fmla="*/ 1866 h 5437466"/>
              <a:gd name="connsiteX1" fmla="*/ 6563360 w 6626808"/>
              <a:gd name="connsiteY1" fmla="*/ 5437466 h 5437466"/>
              <a:gd name="connsiteX2" fmla="*/ 0 w 6626808"/>
              <a:gd name="connsiteY2" fmla="*/ 5437466 h 5437466"/>
              <a:gd name="connsiteX3" fmla="*/ 0 w 6626808"/>
              <a:gd name="connsiteY3" fmla="*/ 1866 h 5437466"/>
              <a:gd name="connsiteX4" fmla="*/ 6626808 w 6626808"/>
              <a:gd name="connsiteY4" fmla="*/ 0 h 5437466"/>
              <a:gd name="connsiteX0" fmla="*/ 6563360 w 6563360"/>
              <a:gd name="connsiteY0" fmla="*/ 1866 h 5437466"/>
              <a:gd name="connsiteX1" fmla="*/ 6563360 w 6563360"/>
              <a:gd name="connsiteY1" fmla="*/ 5437466 h 5437466"/>
              <a:gd name="connsiteX2" fmla="*/ 0 w 6563360"/>
              <a:gd name="connsiteY2" fmla="*/ 5437466 h 5437466"/>
              <a:gd name="connsiteX3" fmla="*/ 0 w 6563360"/>
              <a:gd name="connsiteY3" fmla="*/ 1866 h 5437466"/>
              <a:gd name="connsiteX4" fmla="*/ 1233715 w 6563360"/>
              <a:gd name="connsiteY4" fmla="*/ 0 h 5437466"/>
              <a:gd name="connsiteX0" fmla="*/ 6563360 w 6563360"/>
              <a:gd name="connsiteY0" fmla="*/ 1866 h 5437466"/>
              <a:gd name="connsiteX1" fmla="*/ 6563360 w 6563360"/>
              <a:gd name="connsiteY1" fmla="*/ 5437466 h 5437466"/>
              <a:gd name="connsiteX2" fmla="*/ 0 w 6563360"/>
              <a:gd name="connsiteY2" fmla="*/ 5437466 h 5437466"/>
              <a:gd name="connsiteX3" fmla="*/ 0 w 6563360"/>
              <a:gd name="connsiteY3" fmla="*/ 1866 h 5437466"/>
              <a:gd name="connsiteX4" fmla="*/ 1215053 w 6563360"/>
              <a:gd name="connsiteY4" fmla="*/ 0 h 5437466"/>
              <a:gd name="connsiteX0" fmla="*/ 6563360 w 6563360"/>
              <a:gd name="connsiteY0" fmla="*/ 1429450 h 5437466"/>
              <a:gd name="connsiteX1" fmla="*/ 6563360 w 6563360"/>
              <a:gd name="connsiteY1" fmla="*/ 5437466 h 5437466"/>
              <a:gd name="connsiteX2" fmla="*/ 0 w 6563360"/>
              <a:gd name="connsiteY2" fmla="*/ 5437466 h 5437466"/>
              <a:gd name="connsiteX3" fmla="*/ 0 w 6563360"/>
              <a:gd name="connsiteY3" fmla="*/ 1866 h 5437466"/>
              <a:gd name="connsiteX4" fmla="*/ 1215053 w 6563360"/>
              <a:gd name="connsiteY4" fmla="*/ 0 h 5437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3360" h="5437466">
                <a:moveTo>
                  <a:pt x="6563360" y="1429450"/>
                </a:moveTo>
                <a:lnTo>
                  <a:pt x="6563360" y="5437466"/>
                </a:lnTo>
                <a:lnTo>
                  <a:pt x="0" y="5437466"/>
                </a:lnTo>
                <a:lnTo>
                  <a:pt x="0" y="1866"/>
                </a:lnTo>
                <a:lnTo>
                  <a:pt x="1215053" y="0"/>
                </a:lnTo>
              </a:path>
            </a:pathLst>
          </a:cu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descr="A close up of a keyboard&#10;&#10;Description automatically generated">
            <a:extLst>
              <a:ext uri="{FF2B5EF4-FFF2-40B4-BE49-F238E27FC236}">
                <a16:creationId xmlns:a16="http://schemas.microsoft.com/office/drawing/2014/main" id="{7B384208-ABF8-4252-9936-8CADD0B1CAC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848100" y="852742"/>
            <a:ext cx="7728775" cy="5152516"/>
          </a:xfrm>
          <a:prstGeom prst="rect">
            <a:avLst/>
          </a:prstGeom>
        </p:spPr>
      </p:pic>
      <p:sp>
        <p:nvSpPr>
          <p:cNvPr id="13" name="Rectangle 12">
            <a:extLst>
              <a:ext uri="{FF2B5EF4-FFF2-40B4-BE49-F238E27FC236}">
                <a16:creationId xmlns:a16="http://schemas.microsoft.com/office/drawing/2014/main" id="{27F9E9A7-A599-455E-B0C6-DB9AF552B91C}"/>
              </a:ext>
            </a:extLst>
          </p:cNvPr>
          <p:cNvSpPr/>
          <p:nvPr userDrawn="1"/>
        </p:nvSpPr>
        <p:spPr>
          <a:xfrm>
            <a:off x="3848100" y="852742"/>
            <a:ext cx="7728775" cy="3579558"/>
          </a:xfrm>
          <a:prstGeom prst="rect">
            <a:avLst/>
          </a:prstGeom>
          <a:gradFill flip="none" rotWithShape="1">
            <a:gsLst>
              <a:gs pos="0">
                <a:schemeClr val="bg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811BE1EE-D7B2-4220-8520-51AAC0F354B1}"/>
              </a:ext>
            </a:extLst>
          </p:cNvPr>
          <p:cNvSpPr/>
          <p:nvPr userDrawn="1"/>
        </p:nvSpPr>
        <p:spPr>
          <a:xfrm>
            <a:off x="3848100" y="852742"/>
            <a:ext cx="7728775" cy="3579558"/>
          </a:xfrm>
          <a:prstGeom prst="rect">
            <a:avLst/>
          </a:prstGeom>
          <a:gradFill flip="none" rotWithShape="1">
            <a:gsLst>
              <a:gs pos="0">
                <a:schemeClr val="bg1">
                  <a:alpha val="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551F2BC-5FCD-453D-8B43-5EA79668E185}"/>
              </a:ext>
            </a:extLst>
          </p:cNvPr>
          <p:cNvSpPr/>
          <p:nvPr userDrawn="1"/>
        </p:nvSpPr>
        <p:spPr>
          <a:xfrm>
            <a:off x="707572" y="1642250"/>
            <a:ext cx="4013717" cy="5629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itle 1">
            <a:extLst>
              <a:ext uri="{FF2B5EF4-FFF2-40B4-BE49-F238E27FC236}">
                <a16:creationId xmlns:a16="http://schemas.microsoft.com/office/drawing/2014/main" id="{F48225A3-CC8A-4930-A20C-5E14A736CEFD}"/>
              </a:ext>
            </a:extLst>
          </p:cNvPr>
          <p:cNvSpPr>
            <a:spLocks noGrp="1"/>
          </p:cNvSpPr>
          <p:nvPr>
            <p:ph type="ctrTitle"/>
          </p:nvPr>
        </p:nvSpPr>
        <p:spPr>
          <a:xfrm>
            <a:off x="721746" y="513818"/>
            <a:ext cx="4592126" cy="1515261"/>
          </a:xfrm>
        </p:spPr>
        <p:txBody>
          <a:bodyPr anchor="ctr">
            <a:normAutofit/>
          </a:bodyPr>
          <a:lstStyle>
            <a:lvl1pPr algn="l">
              <a:lnSpc>
                <a:spcPct val="100000"/>
              </a:lnSpc>
              <a:defRPr sz="3600"/>
            </a:lvl1pPr>
          </a:lstStyle>
          <a:p>
            <a:r>
              <a:rPr lang="en-US"/>
              <a:t>Click to edit Master title style</a:t>
            </a:r>
            <a:endParaRPr lang="en-IN"/>
          </a:p>
        </p:txBody>
      </p:sp>
      <p:sp>
        <p:nvSpPr>
          <p:cNvPr id="17" name="Subtitle 2">
            <a:extLst>
              <a:ext uri="{FF2B5EF4-FFF2-40B4-BE49-F238E27FC236}">
                <a16:creationId xmlns:a16="http://schemas.microsoft.com/office/drawing/2014/main" id="{33A25CB8-67E7-47BB-B12E-64F904737C2B}"/>
              </a:ext>
            </a:extLst>
          </p:cNvPr>
          <p:cNvSpPr>
            <a:spLocks noGrp="1"/>
          </p:cNvSpPr>
          <p:nvPr>
            <p:ph type="subTitle" idx="1"/>
          </p:nvPr>
        </p:nvSpPr>
        <p:spPr>
          <a:xfrm>
            <a:off x="690127" y="2342584"/>
            <a:ext cx="3562696" cy="685290"/>
          </a:xfrm>
        </p:spPr>
        <p:txBody>
          <a:bodyPr anchor="ctr">
            <a:normAutofit/>
          </a:bodyPr>
          <a:lstStyle>
            <a:lvl1pPr marL="0" indent="0" algn="l">
              <a:lnSpc>
                <a:spcPct val="100000"/>
              </a:lnSpc>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1578276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8AA5-51E9-48E6-A958-79EACDBB11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B62DEA-1799-4B98-A386-CB0FD0981F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BA859C6-2170-44DC-A1A0-4BF5D32D179D}"/>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8" name="Footer Placeholder 7">
            <a:extLst>
              <a:ext uri="{FF2B5EF4-FFF2-40B4-BE49-F238E27FC236}">
                <a16:creationId xmlns:a16="http://schemas.microsoft.com/office/drawing/2014/main" id="{1C54C665-7A64-44C4-B4C5-DBCF4A7BD6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6CDD54-A834-4350-964E-BFA8A239EBD3}"/>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952856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1ED5-DBEE-4021-B08F-3CB5D5C6E4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013BCA-C855-4167-91CE-CED9442449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8B6BB94-FD25-4CCF-8621-FF9FD230F597}"/>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8" name="Footer Placeholder 7">
            <a:extLst>
              <a:ext uri="{FF2B5EF4-FFF2-40B4-BE49-F238E27FC236}">
                <a16:creationId xmlns:a16="http://schemas.microsoft.com/office/drawing/2014/main" id="{4E5E34A7-1025-4A9F-83A5-814BD12EA9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51428C-1D68-46A6-8033-4F382A2C7422}"/>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441472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2DAD-9798-489E-A1DD-2A8A327F41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A7924F-F373-48B1-B1CB-5C07CEB84C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035E40-0DDA-4115-AF13-7BFDA9877E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Date Placeholder 7">
            <a:extLst>
              <a:ext uri="{FF2B5EF4-FFF2-40B4-BE49-F238E27FC236}">
                <a16:creationId xmlns:a16="http://schemas.microsoft.com/office/drawing/2014/main" id="{5A1E0165-55E3-4227-8916-0E73C031D26D}"/>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9" name="Footer Placeholder 8">
            <a:extLst>
              <a:ext uri="{FF2B5EF4-FFF2-40B4-BE49-F238E27FC236}">
                <a16:creationId xmlns:a16="http://schemas.microsoft.com/office/drawing/2014/main" id="{6F23BBB8-CE74-4B03-AC16-90EFC1B81885}"/>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15401ABE-0F8A-4DE3-AB7E-B95E7987C413}"/>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26870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3DBC8-121C-4157-A364-AD62E5F9C1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3FC9F7-337F-4897-91D3-725D568C76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72CD4B-5EF0-4965-AFA7-1E37EE1176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6765A1-14CE-4520-A7D5-BE648FE114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4181E2-C487-41EA-A3BA-6C659B55CB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Date Placeholder 9">
            <a:extLst>
              <a:ext uri="{FF2B5EF4-FFF2-40B4-BE49-F238E27FC236}">
                <a16:creationId xmlns:a16="http://schemas.microsoft.com/office/drawing/2014/main" id="{9936029E-4916-4994-BC29-A3827F95BC6C}"/>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11" name="Footer Placeholder 10">
            <a:extLst>
              <a:ext uri="{FF2B5EF4-FFF2-40B4-BE49-F238E27FC236}">
                <a16:creationId xmlns:a16="http://schemas.microsoft.com/office/drawing/2014/main" id="{889DB187-1720-4AF0-8877-F59ADD288EDF}"/>
              </a:ext>
            </a:extLst>
          </p:cNvPr>
          <p:cNvSpPr>
            <a:spLocks noGrp="1"/>
          </p:cNvSpPr>
          <p:nvPr>
            <p:ph type="ftr" sz="quarter" idx="11"/>
          </p:nvPr>
        </p:nvSpPr>
        <p:spPr/>
        <p:txBody>
          <a:bodyPr/>
          <a:lstStyle/>
          <a:p>
            <a:endParaRPr lang="en-IN"/>
          </a:p>
        </p:txBody>
      </p:sp>
      <p:sp>
        <p:nvSpPr>
          <p:cNvPr id="12" name="Slide Number Placeholder 11">
            <a:extLst>
              <a:ext uri="{FF2B5EF4-FFF2-40B4-BE49-F238E27FC236}">
                <a16:creationId xmlns:a16="http://schemas.microsoft.com/office/drawing/2014/main" id="{EC6CF767-7B64-4263-BAFF-792F8232CFBC}"/>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49835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2DC43-7EA3-4B3E-B192-4D3F71ECBD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B3A813-0F5D-45BE-A478-2C4A5F6F9C07}"/>
              </a:ext>
            </a:extLst>
          </p:cNvPr>
          <p:cNvSpPr>
            <a:spLocks noGrp="1"/>
          </p:cNvSpPr>
          <p:nvPr>
            <p:ph type="dt" sz="half" idx="10"/>
          </p:nvPr>
        </p:nvSpPr>
        <p:spPr/>
        <p:txBody>
          <a:bodyPr/>
          <a:lstStyle/>
          <a:p>
            <a:fld id="{C6FD1B68-AE7E-4D13-A6E4-64C2F2D25868}" type="datetime1">
              <a:rPr lang="en-IN" smtClean="0"/>
              <a:t>22-09-2023</a:t>
            </a:fld>
            <a:endParaRPr lang="en-IN"/>
          </a:p>
        </p:txBody>
      </p:sp>
      <p:sp>
        <p:nvSpPr>
          <p:cNvPr id="4" name="Footer Placeholder 3">
            <a:extLst>
              <a:ext uri="{FF2B5EF4-FFF2-40B4-BE49-F238E27FC236}">
                <a16:creationId xmlns:a16="http://schemas.microsoft.com/office/drawing/2014/main" id="{285979B6-DDF4-45A4-B504-6B4DFD0997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12A14C-FE27-4B67-9D99-B455E1548BF4}"/>
              </a:ext>
            </a:extLst>
          </p:cNvPr>
          <p:cNvSpPr>
            <a:spLocks noGrp="1"/>
          </p:cNvSpPr>
          <p:nvPr>
            <p:ph type="sldNum" sz="quarter" idx="12"/>
          </p:nvPr>
        </p:nvSpPr>
        <p:spPr/>
        <p:txBody>
          <a:bodyPr/>
          <a:lstStyle/>
          <a:p>
            <a:fld id="{18D83B32-9155-4995-8F45-3D78EEA1AA14}" type="slidenum">
              <a:rPr lang="en-IN" smtClean="0"/>
              <a:t>‹#›</a:t>
            </a:fld>
            <a:endParaRPr lang="en-IN"/>
          </a:p>
        </p:txBody>
      </p:sp>
    </p:spTree>
    <p:extLst>
      <p:ext uri="{BB962C8B-B14F-4D97-AF65-F5344CB8AC3E}">
        <p14:creationId xmlns:p14="http://schemas.microsoft.com/office/powerpoint/2010/main" val="1141452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2800F4-0646-44A8-AF94-B0DFBBEF9DE3}"/>
              </a:ext>
            </a:extLst>
          </p:cNvPr>
          <p:cNvSpPr>
            <a:spLocks noGrp="1"/>
          </p:cNvSpPr>
          <p:nvPr>
            <p:ph type="dt" sz="half" idx="10"/>
          </p:nvPr>
        </p:nvSpPr>
        <p:spPr/>
        <p:txBody>
          <a:bodyPr/>
          <a:lstStyle/>
          <a:p>
            <a:fld id="{478BF966-7070-4E12-98A8-5EB6B574AC55}" type="datetime1">
              <a:rPr lang="en-IN" smtClean="0"/>
              <a:t>22-09-2023</a:t>
            </a:fld>
            <a:endParaRPr lang="en-IN"/>
          </a:p>
        </p:txBody>
      </p:sp>
      <p:sp>
        <p:nvSpPr>
          <p:cNvPr id="3" name="Footer Placeholder 2">
            <a:extLst>
              <a:ext uri="{FF2B5EF4-FFF2-40B4-BE49-F238E27FC236}">
                <a16:creationId xmlns:a16="http://schemas.microsoft.com/office/drawing/2014/main" id="{94F1FBC3-AE48-4F0F-8331-6D0109629E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433847-BD01-4846-8C8A-CB54A05910CE}"/>
              </a:ext>
            </a:extLst>
          </p:cNvPr>
          <p:cNvSpPr>
            <a:spLocks noGrp="1"/>
          </p:cNvSpPr>
          <p:nvPr>
            <p:ph type="sldNum" sz="quarter" idx="12"/>
          </p:nvPr>
        </p:nvSpPr>
        <p:spPr/>
        <p:txBody>
          <a:bodyPr/>
          <a:lstStyle>
            <a:lvl1pPr>
              <a:defRPr b="1"/>
            </a:lvl1pPr>
          </a:lstStyle>
          <a:p>
            <a:fld id="{18D83B32-9155-4995-8F45-3D78EEA1AA14}" type="slidenum">
              <a:rPr lang="en-IN" smtClean="0"/>
              <a:pPr/>
              <a:t>‹#›</a:t>
            </a:fld>
            <a:endParaRPr lang="en-IN"/>
          </a:p>
        </p:txBody>
      </p:sp>
    </p:spTree>
    <p:extLst>
      <p:ext uri="{BB962C8B-B14F-4D97-AF65-F5344CB8AC3E}">
        <p14:creationId xmlns:p14="http://schemas.microsoft.com/office/powerpoint/2010/main" val="426564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A9734BE-DA26-436F-9267-F3E3B7BE247D}"/>
              </a:ext>
            </a:extLst>
          </p:cNvPr>
          <p:cNvSpPr>
            <a:spLocks noGrp="1"/>
          </p:cNvSpPr>
          <p:nvPr>
            <p:ph type="pic" sz="quarter" idx="13"/>
          </p:nvPr>
        </p:nvSpPr>
        <p:spPr>
          <a:xfrm>
            <a:off x="6488904" y="1751362"/>
            <a:ext cx="3296658" cy="3296658"/>
          </a:xfrm>
          <a:custGeom>
            <a:avLst/>
            <a:gdLst>
              <a:gd name="connsiteX0" fmla="*/ 1648329 w 3296658"/>
              <a:gd name="connsiteY0" fmla="*/ 0 h 3296658"/>
              <a:gd name="connsiteX1" fmla="*/ 3296658 w 3296658"/>
              <a:gd name="connsiteY1" fmla="*/ 1648329 h 3296658"/>
              <a:gd name="connsiteX2" fmla="*/ 1648329 w 3296658"/>
              <a:gd name="connsiteY2" fmla="*/ 3296658 h 3296658"/>
              <a:gd name="connsiteX3" fmla="*/ 0 w 3296658"/>
              <a:gd name="connsiteY3" fmla="*/ 1648329 h 3296658"/>
              <a:gd name="connsiteX4" fmla="*/ 1648329 w 3296658"/>
              <a:gd name="connsiteY4" fmla="*/ 0 h 3296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6658" h="3296658">
                <a:moveTo>
                  <a:pt x="1648329" y="0"/>
                </a:moveTo>
                <a:cubicBezTo>
                  <a:pt x="2558676" y="0"/>
                  <a:pt x="3296658" y="737982"/>
                  <a:pt x="3296658" y="1648329"/>
                </a:cubicBezTo>
                <a:cubicBezTo>
                  <a:pt x="3296658" y="2558676"/>
                  <a:pt x="2558676" y="3296658"/>
                  <a:pt x="1648329" y="3296658"/>
                </a:cubicBezTo>
                <a:cubicBezTo>
                  <a:pt x="737982" y="3296658"/>
                  <a:pt x="0" y="2558676"/>
                  <a:pt x="0" y="1648329"/>
                </a:cubicBezTo>
                <a:cubicBezTo>
                  <a:pt x="0" y="737982"/>
                  <a:pt x="737982" y="0"/>
                  <a:pt x="1648329" y="0"/>
                </a:cubicBezTo>
                <a:close/>
              </a:path>
            </a:pathLst>
          </a:custGeom>
        </p:spPr>
        <p:txBody>
          <a:bodyPr wrap="square">
            <a:noAutofit/>
          </a:bodyPr>
          <a:lstStyle/>
          <a:p>
            <a:endParaRPr lang="en-IN"/>
          </a:p>
        </p:txBody>
      </p:sp>
      <p:sp>
        <p:nvSpPr>
          <p:cNvPr id="5" name="Slide Number Placeholder 4">
            <a:extLst>
              <a:ext uri="{FF2B5EF4-FFF2-40B4-BE49-F238E27FC236}">
                <a16:creationId xmlns:a16="http://schemas.microsoft.com/office/drawing/2014/main" id="{8CE77698-7A29-4313-A200-E1B41B564A3A}"/>
              </a:ext>
            </a:extLst>
          </p:cNvPr>
          <p:cNvSpPr>
            <a:spLocks noGrp="1"/>
          </p:cNvSpPr>
          <p:nvPr>
            <p:ph type="sldNum" sz="quarter" idx="12"/>
          </p:nvPr>
        </p:nvSpPr>
        <p:spPr/>
        <p:txBody>
          <a:bodyPr/>
          <a:lstStyle/>
          <a:p>
            <a:fld id="{18D83B32-9155-4995-8F45-3D78EEA1AA14}" type="slidenum">
              <a:rPr lang="en-IN" smtClean="0"/>
              <a:pPr/>
              <a:t>‹#›</a:t>
            </a:fld>
            <a:endParaRPr lang="en-IN"/>
          </a:p>
        </p:txBody>
      </p:sp>
      <p:sp>
        <p:nvSpPr>
          <p:cNvPr id="17" name="Title 1">
            <a:extLst>
              <a:ext uri="{FF2B5EF4-FFF2-40B4-BE49-F238E27FC236}">
                <a16:creationId xmlns:a16="http://schemas.microsoft.com/office/drawing/2014/main" id="{D6161833-9EA8-4250-A3A9-C279E885B6E7}"/>
              </a:ext>
            </a:extLst>
          </p:cNvPr>
          <p:cNvSpPr>
            <a:spLocks noGrp="1"/>
          </p:cNvSpPr>
          <p:nvPr>
            <p:ph type="title"/>
          </p:nvPr>
        </p:nvSpPr>
        <p:spPr>
          <a:xfrm>
            <a:off x="747920" y="2668873"/>
            <a:ext cx="5545138" cy="644400"/>
          </a:xfrm>
        </p:spPr>
        <p:txBody>
          <a:bodyPr>
            <a:noAutofit/>
          </a:bodyPr>
          <a:lstStyle>
            <a:lvl1pPr>
              <a:defRPr sz="3200"/>
            </a:lvl1pPr>
          </a:lstStyle>
          <a:p>
            <a:r>
              <a:rPr lang="en-US"/>
              <a:t>Click to edit Master title style</a:t>
            </a:r>
            <a:endParaRPr lang="en-IN"/>
          </a:p>
        </p:txBody>
      </p:sp>
    </p:spTree>
    <p:extLst>
      <p:ext uri="{BB962C8B-B14F-4D97-AF65-F5344CB8AC3E}">
        <p14:creationId xmlns:p14="http://schemas.microsoft.com/office/powerpoint/2010/main" val="124877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48BFB7B-A2BB-4F02-AA8B-814CA5EF28A1}"/>
              </a:ext>
            </a:extLst>
          </p:cNvPr>
          <p:cNvSpPr>
            <a:spLocks noGrp="1"/>
          </p:cNvSpPr>
          <p:nvPr>
            <p:ph type="pic" sz="quarter" idx="13"/>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8D6B8649-24D6-41AD-B5AD-4706B004CD12}"/>
              </a:ext>
            </a:extLst>
          </p:cNvPr>
          <p:cNvSpPr>
            <a:spLocks noGrp="1"/>
          </p:cNvSpPr>
          <p:nvPr>
            <p:ph type="title"/>
          </p:nvPr>
        </p:nvSpPr>
        <p:spPr>
          <a:xfrm>
            <a:off x="94646" y="2413205"/>
            <a:ext cx="4187952" cy="923544"/>
          </a:xfrm>
        </p:spPr>
        <p:txBody>
          <a:bodyPr>
            <a:noAutofit/>
          </a:bodyPr>
          <a:lstStyle>
            <a:lvl1pPr algn="ctr">
              <a:defRPr sz="3200"/>
            </a:lvl1pPr>
          </a:lstStyle>
          <a:p>
            <a:r>
              <a:rPr lang="en-US"/>
              <a:t>Click to edit Master title style</a:t>
            </a:r>
            <a:endParaRPr lang="en-IN"/>
          </a:p>
        </p:txBody>
      </p:sp>
      <p:sp>
        <p:nvSpPr>
          <p:cNvPr id="3" name="Date Placeholder 2">
            <a:extLst>
              <a:ext uri="{FF2B5EF4-FFF2-40B4-BE49-F238E27FC236}">
                <a16:creationId xmlns:a16="http://schemas.microsoft.com/office/drawing/2014/main" id="{B6B0C274-4330-47D6-99FA-65B75897569B}"/>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4" name="Footer Placeholder 3">
            <a:extLst>
              <a:ext uri="{FF2B5EF4-FFF2-40B4-BE49-F238E27FC236}">
                <a16:creationId xmlns:a16="http://schemas.microsoft.com/office/drawing/2014/main" id="{C22F11CD-6230-45EA-9CB1-F49D0ECB71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BABFA4-715B-4E2A-8D83-5CAB772A6ECC}"/>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821483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E085-30F1-4426-A395-CFA7078387F4}"/>
              </a:ext>
            </a:extLst>
          </p:cNvPr>
          <p:cNvSpPr>
            <a:spLocks noGrp="1"/>
          </p:cNvSpPr>
          <p:nvPr>
            <p:ph type="title"/>
          </p:nvPr>
        </p:nvSpPr>
        <p:spPr>
          <a:xfrm>
            <a:off x="3680822" y="2921632"/>
            <a:ext cx="6634800" cy="10152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19EACF9F-B537-4A8E-8BDE-BAA57AA1D053}"/>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183FDA1C-2ED1-4875-89A5-3456C156567A}"/>
              </a:ext>
            </a:extLst>
          </p:cNvPr>
          <p:cNvSpPr>
            <a:spLocks noGrp="1"/>
          </p:cNvSpPr>
          <p:nvPr>
            <p:ph type="ftr" sz="quarter" idx="11"/>
          </p:nvPr>
        </p:nvSpPr>
        <p:spPr/>
        <p:txBody>
          <a:bodyPr/>
          <a:lstStyle/>
          <a:p>
            <a:endParaRPr lang="en-IN"/>
          </a:p>
        </p:txBody>
      </p:sp>
      <p:sp>
        <p:nvSpPr>
          <p:cNvPr id="8" name="Slide Number Placeholder 7">
            <a:extLst>
              <a:ext uri="{FF2B5EF4-FFF2-40B4-BE49-F238E27FC236}">
                <a16:creationId xmlns:a16="http://schemas.microsoft.com/office/drawing/2014/main" id="{8BDD2AAD-ABC6-4CB8-A76B-BE59FADB16A1}"/>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4037213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6F91AA1-3B11-4338-AAD2-A21FE104E288}"/>
              </a:ext>
            </a:extLst>
          </p:cNvPr>
          <p:cNvSpPr>
            <a:spLocks noGrp="1"/>
          </p:cNvSpPr>
          <p:nvPr>
            <p:ph type="pic" sz="quarter" idx="13"/>
          </p:nvPr>
        </p:nvSpPr>
        <p:spPr>
          <a:xfrm>
            <a:off x="1" y="1"/>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AEFCBD4B-504D-45AA-A4C8-5489CEA7679B}"/>
              </a:ext>
            </a:extLst>
          </p:cNvPr>
          <p:cNvSpPr>
            <a:spLocks noGrp="1"/>
          </p:cNvSpPr>
          <p:nvPr>
            <p:ph type="title"/>
          </p:nvPr>
        </p:nvSpPr>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E04CC1B0-DEC9-44D0-A9C0-2A6D139611E5}"/>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632A1180-B044-42F9-A0E4-59BEF9D21577}"/>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75CCC203-BB62-4751-ADA3-D4208F6AACC1}"/>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251420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0C110C2-3E53-4834-802D-4A586F241DCB}"/>
              </a:ext>
            </a:extLst>
          </p:cNvPr>
          <p:cNvSpPr>
            <a:spLocks noGrp="1"/>
          </p:cNvSpPr>
          <p:nvPr>
            <p:ph type="pic" sz="quarter" idx="13"/>
          </p:nvPr>
        </p:nvSpPr>
        <p:spPr>
          <a:xfrm>
            <a:off x="8349904" y="1785311"/>
            <a:ext cx="3349136" cy="3349136"/>
          </a:xfrm>
          <a:custGeom>
            <a:avLst/>
            <a:gdLst>
              <a:gd name="connsiteX0" fmla="*/ 1674568 w 3349136"/>
              <a:gd name="connsiteY0" fmla="*/ 0 h 3349136"/>
              <a:gd name="connsiteX1" fmla="*/ 3349136 w 3349136"/>
              <a:gd name="connsiteY1" fmla="*/ 1674568 h 3349136"/>
              <a:gd name="connsiteX2" fmla="*/ 1674568 w 3349136"/>
              <a:gd name="connsiteY2" fmla="*/ 3349136 h 3349136"/>
              <a:gd name="connsiteX3" fmla="*/ 0 w 3349136"/>
              <a:gd name="connsiteY3" fmla="*/ 1674568 h 3349136"/>
              <a:gd name="connsiteX4" fmla="*/ 1674568 w 3349136"/>
              <a:gd name="connsiteY4" fmla="*/ 0 h 334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136" h="3349136">
                <a:moveTo>
                  <a:pt x="1674568" y="0"/>
                </a:moveTo>
                <a:cubicBezTo>
                  <a:pt x="2599406" y="0"/>
                  <a:pt x="3349136" y="749730"/>
                  <a:pt x="3349136" y="1674568"/>
                </a:cubicBezTo>
                <a:cubicBezTo>
                  <a:pt x="3349136" y="2599406"/>
                  <a:pt x="2599406" y="3349136"/>
                  <a:pt x="1674568" y="3349136"/>
                </a:cubicBezTo>
                <a:cubicBezTo>
                  <a:pt x="749730" y="3349136"/>
                  <a:pt x="0" y="2599406"/>
                  <a:pt x="0" y="1674568"/>
                </a:cubicBezTo>
                <a:cubicBezTo>
                  <a:pt x="0" y="749730"/>
                  <a:pt x="749730" y="0"/>
                  <a:pt x="1674568"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01B671FC-EFF8-42DB-A1EF-A3F1F36B6871}"/>
              </a:ext>
            </a:extLst>
          </p:cNvPr>
          <p:cNvSpPr>
            <a:spLocks noGrp="1"/>
          </p:cNvSpPr>
          <p:nvPr>
            <p:ph type="title"/>
          </p:nvPr>
        </p:nvSpPr>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CD1A093D-967C-40F5-904E-A585A9ED1066}"/>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B4478FA9-5FD3-41C7-B99A-28B08A6EA46B}"/>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AE4F0093-B41A-43FF-9CE8-5971A9EEBFD7}"/>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916662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C2C43356-88F3-4B91-82DF-AC99806BB282}"/>
              </a:ext>
            </a:extLst>
          </p:cNvPr>
          <p:cNvSpPr>
            <a:spLocks noGrp="1"/>
          </p:cNvSpPr>
          <p:nvPr>
            <p:ph type="pic" sz="quarter" idx="13"/>
          </p:nvPr>
        </p:nvSpPr>
        <p:spPr>
          <a:xfrm>
            <a:off x="8349904" y="1785311"/>
            <a:ext cx="3349136" cy="3349136"/>
          </a:xfrm>
          <a:custGeom>
            <a:avLst/>
            <a:gdLst>
              <a:gd name="connsiteX0" fmla="*/ 1674568 w 3349136"/>
              <a:gd name="connsiteY0" fmla="*/ 0 h 3349136"/>
              <a:gd name="connsiteX1" fmla="*/ 3349136 w 3349136"/>
              <a:gd name="connsiteY1" fmla="*/ 1674568 h 3349136"/>
              <a:gd name="connsiteX2" fmla="*/ 1674568 w 3349136"/>
              <a:gd name="connsiteY2" fmla="*/ 3349136 h 3349136"/>
              <a:gd name="connsiteX3" fmla="*/ 0 w 3349136"/>
              <a:gd name="connsiteY3" fmla="*/ 1674568 h 3349136"/>
              <a:gd name="connsiteX4" fmla="*/ 1674568 w 3349136"/>
              <a:gd name="connsiteY4" fmla="*/ 0 h 334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136" h="3349136">
                <a:moveTo>
                  <a:pt x="1674568" y="0"/>
                </a:moveTo>
                <a:cubicBezTo>
                  <a:pt x="2599406" y="0"/>
                  <a:pt x="3349136" y="749730"/>
                  <a:pt x="3349136" y="1674568"/>
                </a:cubicBezTo>
                <a:cubicBezTo>
                  <a:pt x="3349136" y="2599406"/>
                  <a:pt x="2599406" y="3349136"/>
                  <a:pt x="1674568" y="3349136"/>
                </a:cubicBezTo>
                <a:cubicBezTo>
                  <a:pt x="749730" y="3349136"/>
                  <a:pt x="0" y="2599406"/>
                  <a:pt x="0" y="1674568"/>
                </a:cubicBezTo>
                <a:cubicBezTo>
                  <a:pt x="0" y="749730"/>
                  <a:pt x="749730" y="0"/>
                  <a:pt x="1674568"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A299B9A8-54ED-4AA1-BB6E-8E17AA75526D}"/>
              </a:ext>
            </a:extLst>
          </p:cNvPr>
          <p:cNvSpPr>
            <a:spLocks noGrp="1"/>
          </p:cNvSpPr>
          <p:nvPr>
            <p:ph type="title"/>
          </p:nvPr>
        </p:nvSpPr>
        <p:spPr>
          <a:xfrm>
            <a:off x="1273243" y="3035236"/>
            <a:ext cx="6757200" cy="7560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B1C713A6-A3C8-4DD9-BA24-E525AD3D78C2}"/>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017F1164-2760-4C4F-8709-536E23FA156F}"/>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5125DE4D-0287-4702-B14A-F899A26F0D43}"/>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344034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BACDC5E4-B053-451F-BCAB-79AE4FEF1043}"/>
              </a:ext>
            </a:extLst>
          </p:cNvPr>
          <p:cNvSpPr>
            <a:spLocks noGrp="1"/>
          </p:cNvSpPr>
          <p:nvPr>
            <p:ph type="pic" sz="quarter" idx="15"/>
          </p:nvPr>
        </p:nvSpPr>
        <p:spPr>
          <a:xfrm>
            <a:off x="10039392" y="4730050"/>
            <a:ext cx="1566091" cy="1566091"/>
          </a:xfrm>
          <a:custGeom>
            <a:avLst/>
            <a:gdLst>
              <a:gd name="connsiteX0" fmla="*/ 783045 w 1566091"/>
              <a:gd name="connsiteY0" fmla="*/ 0 h 1566091"/>
              <a:gd name="connsiteX1" fmla="*/ 1566091 w 1566091"/>
              <a:gd name="connsiteY1" fmla="*/ 783046 h 1566091"/>
              <a:gd name="connsiteX2" fmla="*/ 783045 w 1566091"/>
              <a:gd name="connsiteY2" fmla="*/ 1566091 h 1566091"/>
              <a:gd name="connsiteX3" fmla="*/ 0 w 1566091"/>
              <a:gd name="connsiteY3" fmla="*/ 783046 h 1566091"/>
              <a:gd name="connsiteX4" fmla="*/ 783045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5" y="0"/>
                </a:moveTo>
                <a:cubicBezTo>
                  <a:pt x="1215510" y="0"/>
                  <a:pt x="1566091" y="350581"/>
                  <a:pt x="1566091" y="783046"/>
                </a:cubicBezTo>
                <a:cubicBezTo>
                  <a:pt x="1566091" y="1215510"/>
                  <a:pt x="1215510" y="1566091"/>
                  <a:pt x="783045" y="1566091"/>
                </a:cubicBezTo>
                <a:cubicBezTo>
                  <a:pt x="350581" y="1566091"/>
                  <a:pt x="0" y="1215510"/>
                  <a:pt x="0" y="783046"/>
                </a:cubicBezTo>
                <a:cubicBezTo>
                  <a:pt x="0" y="350581"/>
                  <a:pt x="350581" y="0"/>
                  <a:pt x="783045" y="0"/>
                </a:cubicBezTo>
                <a:close/>
              </a:path>
            </a:pathLst>
          </a:custGeom>
        </p:spPr>
        <p:txBody>
          <a:bodyPr wrap="square">
            <a:noAutofit/>
          </a:bodyPr>
          <a:lstStyle/>
          <a:p>
            <a:endParaRPr lang="en-IN"/>
          </a:p>
        </p:txBody>
      </p:sp>
      <p:sp>
        <p:nvSpPr>
          <p:cNvPr id="24" name="Picture Placeholder 23">
            <a:extLst>
              <a:ext uri="{FF2B5EF4-FFF2-40B4-BE49-F238E27FC236}">
                <a16:creationId xmlns:a16="http://schemas.microsoft.com/office/drawing/2014/main" id="{E541E138-C658-4B4B-9106-EDB7FC8E8DE4}"/>
              </a:ext>
            </a:extLst>
          </p:cNvPr>
          <p:cNvSpPr>
            <a:spLocks noGrp="1"/>
          </p:cNvSpPr>
          <p:nvPr>
            <p:ph type="pic" sz="quarter" idx="14"/>
          </p:nvPr>
        </p:nvSpPr>
        <p:spPr>
          <a:xfrm>
            <a:off x="10039392" y="1313738"/>
            <a:ext cx="1566091" cy="1566091"/>
          </a:xfrm>
          <a:custGeom>
            <a:avLst/>
            <a:gdLst>
              <a:gd name="connsiteX0" fmla="*/ 783045 w 1566091"/>
              <a:gd name="connsiteY0" fmla="*/ 0 h 1566091"/>
              <a:gd name="connsiteX1" fmla="*/ 1566091 w 1566091"/>
              <a:gd name="connsiteY1" fmla="*/ 783046 h 1566091"/>
              <a:gd name="connsiteX2" fmla="*/ 783045 w 1566091"/>
              <a:gd name="connsiteY2" fmla="*/ 1566091 h 1566091"/>
              <a:gd name="connsiteX3" fmla="*/ 0 w 1566091"/>
              <a:gd name="connsiteY3" fmla="*/ 783046 h 1566091"/>
              <a:gd name="connsiteX4" fmla="*/ 783045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5" y="0"/>
                </a:moveTo>
                <a:cubicBezTo>
                  <a:pt x="1215510" y="0"/>
                  <a:pt x="1566091" y="350581"/>
                  <a:pt x="1566091" y="783046"/>
                </a:cubicBezTo>
                <a:cubicBezTo>
                  <a:pt x="1566091" y="1215510"/>
                  <a:pt x="1215510" y="1566091"/>
                  <a:pt x="783045" y="1566091"/>
                </a:cubicBezTo>
                <a:cubicBezTo>
                  <a:pt x="350581" y="1566091"/>
                  <a:pt x="0" y="1215510"/>
                  <a:pt x="0" y="783046"/>
                </a:cubicBezTo>
                <a:cubicBezTo>
                  <a:pt x="0" y="350581"/>
                  <a:pt x="350581" y="0"/>
                  <a:pt x="783045" y="0"/>
                </a:cubicBezTo>
                <a:close/>
              </a:path>
            </a:pathLst>
          </a:custGeom>
        </p:spPr>
        <p:txBody>
          <a:bodyPr wrap="square">
            <a:noAutofit/>
          </a:bodyPr>
          <a:lstStyle/>
          <a:p>
            <a:endParaRPr lang="en-IN"/>
          </a:p>
        </p:txBody>
      </p:sp>
      <p:sp>
        <p:nvSpPr>
          <p:cNvPr id="23" name="Picture Placeholder 22">
            <a:extLst>
              <a:ext uri="{FF2B5EF4-FFF2-40B4-BE49-F238E27FC236}">
                <a16:creationId xmlns:a16="http://schemas.microsoft.com/office/drawing/2014/main" id="{63037355-0B68-45E0-820A-5CF7D125A310}"/>
              </a:ext>
            </a:extLst>
          </p:cNvPr>
          <p:cNvSpPr>
            <a:spLocks noGrp="1"/>
          </p:cNvSpPr>
          <p:nvPr>
            <p:ph type="pic" sz="quarter" idx="13"/>
          </p:nvPr>
        </p:nvSpPr>
        <p:spPr>
          <a:xfrm>
            <a:off x="597423" y="3021894"/>
            <a:ext cx="1566091" cy="1566091"/>
          </a:xfrm>
          <a:custGeom>
            <a:avLst/>
            <a:gdLst>
              <a:gd name="connsiteX0" fmla="*/ 783046 w 1566091"/>
              <a:gd name="connsiteY0" fmla="*/ 0 h 1566091"/>
              <a:gd name="connsiteX1" fmla="*/ 1566091 w 1566091"/>
              <a:gd name="connsiteY1" fmla="*/ 783046 h 1566091"/>
              <a:gd name="connsiteX2" fmla="*/ 783046 w 1566091"/>
              <a:gd name="connsiteY2" fmla="*/ 1566091 h 1566091"/>
              <a:gd name="connsiteX3" fmla="*/ 0 w 1566091"/>
              <a:gd name="connsiteY3" fmla="*/ 783046 h 1566091"/>
              <a:gd name="connsiteX4" fmla="*/ 783046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6" y="0"/>
                </a:moveTo>
                <a:cubicBezTo>
                  <a:pt x="1215510" y="0"/>
                  <a:pt x="1566091" y="350581"/>
                  <a:pt x="1566091" y="783046"/>
                </a:cubicBezTo>
                <a:cubicBezTo>
                  <a:pt x="1566091" y="1215510"/>
                  <a:pt x="1215510" y="1566091"/>
                  <a:pt x="783046" y="1566091"/>
                </a:cubicBezTo>
                <a:cubicBezTo>
                  <a:pt x="350581" y="1566091"/>
                  <a:pt x="0" y="1215510"/>
                  <a:pt x="0" y="783046"/>
                </a:cubicBezTo>
                <a:cubicBezTo>
                  <a:pt x="0" y="350581"/>
                  <a:pt x="350581" y="0"/>
                  <a:pt x="783046"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F9304AEE-5529-483D-A2E9-22399BF59222}"/>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4E81A4E-A547-474A-8909-F7175F7CD18F}"/>
              </a:ext>
            </a:extLst>
          </p:cNvPr>
          <p:cNvSpPr>
            <a:spLocks noGrp="1"/>
          </p:cNvSpPr>
          <p:nvPr>
            <p:ph type="sldNum" sz="quarter" idx="18"/>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004979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2C2FAFEB-058B-4EBF-AD6A-08AAE4A5D17C}"/>
              </a:ext>
            </a:extLst>
          </p:cNvPr>
          <p:cNvSpPr>
            <a:spLocks noGrp="1"/>
          </p:cNvSpPr>
          <p:nvPr>
            <p:ph type="pic" sz="quarter" idx="15"/>
          </p:nvPr>
        </p:nvSpPr>
        <p:spPr>
          <a:xfrm>
            <a:off x="9971075" y="2991655"/>
            <a:ext cx="1566091" cy="1566091"/>
          </a:xfrm>
          <a:custGeom>
            <a:avLst/>
            <a:gdLst>
              <a:gd name="connsiteX0" fmla="*/ 783045 w 1566091"/>
              <a:gd name="connsiteY0" fmla="*/ 0 h 1566091"/>
              <a:gd name="connsiteX1" fmla="*/ 1566091 w 1566091"/>
              <a:gd name="connsiteY1" fmla="*/ 783046 h 1566091"/>
              <a:gd name="connsiteX2" fmla="*/ 783045 w 1566091"/>
              <a:gd name="connsiteY2" fmla="*/ 1566091 h 1566091"/>
              <a:gd name="connsiteX3" fmla="*/ 0 w 1566091"/>
              <a:gd name="connsiteY3" fmla="*/ 783046 h 1566091"/>
              <a:gd name="connsiteX4" fmla="*/ 783045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5" y="0"/>
                </a:moveTo>
                <a:cubicBezTo>
                  <a:pt x="1215510" y="0"/>
                  <a:pt x="1566091" y="350581"/>
                  <a:pt x="1566091" y="783046"/>
                </a:cubicBezTo>
                <a:cubicBezTo>
                  <a:pt x="1566091" y="1215510"/>
                  <a:pt x="1215510" y="1566091"/>
                  <a:pt x="783045" y="1566091"/>
                </a:cubicBezTo>
                <a:cubicBezTo>
                  <a:pt x="350581" y="1566091"/>
                  <a:pt x="0" y="1215510"/>
                  <a:pt x="0" y="783046"/>
                </a:cubicBezTo>
                <a:cubicBezTo>
                  <a:pt x="0" y="350581"/>
                  <a:pt x="350581" y="0"/>
                  <a:pt x="783045" y="0"/>
                </a:cubicBez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1BB14022-11AB-437F-9F1B-BD4DFA0F1344}"/>
              </a:ext>
            </a:extLst>
          </p:cNvPr>
          <p:cNvSpPr>
            <a:spLocks noGrp="1"/>
          </p:cNvSpPr>
          <p:nvPr>
            <p:ph type="pic" sz="quarter" idx="13"/>
          </p:nvPr>
        </p:nvSpPr>
        <p:spPr>
          <a:xfrm>
            <a:off x="653378" y="1253446"/>
            <a:ext cx="1566091" cy="1566091"/>
          </a:xfrm>
          <a:custGeom>
            <a:avLst/>
            <a:gdLst>
              <a:gd name="connsiteX0" fmla="*/ 783046 w 1566091"/>
              <a:gd name="connsiteY0" fmla="*/ 0 h 1566091"/>
              <a:gd name="connsiteX1" fmla="*/ 1566091 w 1566091"/>
              <a:gd name="connsiteY1" fmla="*/ 783046 h 1566091"/>
              <a:gd name="connsiteX2" fmla="*/ 783046 w 1566091"/>
              <a:gd name="connsiteY2" fmla="*/ 1566091 h 1566091"/>
              <a:gd name="connsiteX3" fmla="*/ 0 w 1566091"/>
              <a:gd name="connsiteY3" fmla="*/ 783046 h 1566091"/>
              <a:gd name="connsiteX4" fmla="*/ 783046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6" y="0"/>
                </a:moveTo>
                <a:cubicBezTo>
                  <a:pt x="1215510" y="0"/>
                  <a:pt x="1566091" y="350581"/>
                  <a:pt x="1566091" y="783046"/>
                </a:cubicBezTo>
                <a:cubicBezTo>
                  <a:pt x="1566091" y="1215510"/>
                  <a:pt x="1215510" y="1566091"/>
                  <a:pt x="783046" y="1566091"/>
                </a:cubicBezTo>
                <a:cubicBezTo>
                  <a:pt x="350581" y="1566091"/>
                  <a:pt x="0" y="1215510"/>
                  <a:pt x="0" y="783046"/>
                </a:cubicBezTo>
                <a:cubicBezTo>
                  <a:pt x="0" y="350581"/>
                  <a:pt x="350581" y="0"/>
                  <a:pt x="783046"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3A8FF5DA-4CCD-4A9E-8BAE-B694173F1F78}"/>
              </a:ext>
            </a:extLst>
          </p:cNvPr>
          <p:cNvSpPr>
            <a:spLocks noGrp="1"/>
          </p:cNvSpPr>
          <p:nvPr>
            <p:ph type="pic" sz="quarter" idx="14"/>
          </p:nvPr>
        </p:nvSpPr>
        <p:spPr>
          <a:xfrm>
            <a:off x="653378" y="4730049"/>
            <a:ext cx="1566091" cy="1566091"/>
          </a:xfrm>
          <a:custGeom>
            <a:avLst/>
            <a:gdLst>
              <a:gd name="connsiteX0" fmla="*/ 783046 w 1566091"/>
              <a:gd name="connsiteY0" fmla="*/ 0 h 1566091"/>
              <a:gd name="connsiteX1" fmla="*/ 1566091 w 1566091"/>
              <a:gd name="connsiteY1" fmla="*/ 783046 h 1566091"/>
              <a:gd name="connsiteX2" fmla="*/ 783046 w 1566091"/>
              <a:gd name="connsiteY2" fmla="*/ 1566091 h 1566091"/>
              <a:gd name="connsiteX3" fmla="*/ 0 w 1566091"/>
              <a:gd name="connsiteY3" fmla="*/ 783046 h 1566091"/>
              <a:gd name="connsiteX4" fmla="*/ 783046 w 1566091"/>
              <a:gd name="connsiteY4" fmla="*/ 0 h 1566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6091" h="1566091">
                <a:moveTo>
                  <a:pt x="783046" y="0"/>
                </a:moveTo>
                <a:cubicBezTo>
                  <a:pt x="1215510" y="0"/>
                  <a:pt x="1566091" y="350581"/>
                  <a:pt x="1566091" y="783046"/>
                </a:cubicBezTo>
                <a:cubicBezTo>
                  <a:pt x="1566091" y="1215510"/>
                  <a:pt x="1215510" y="1566091"/>
                  <a:pt x="783046" y="1566091"/>
                </a:cubicBezTo>
                <a:cubicBezTo>
                  <a:pt x="350581" y="1566091"/>
                  <a:pt x="0" y="1215510"/>
                  <a:pt x="0" y="783046"/>
                </a:cubicBezTo>
                <a:cubicBezTo>
                  <a:pt x="0" y="350581"/>
                  <a:pt x="350581" y="0"/>
                  <a:pt x="783046"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1CC947F0-F67A-48AF-A0D0-115CABCBD034}"/>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34602A39-7535-4AF5-81CC-9EEF49B097DC}"/>
              </a:ext>
            </a:extLst>
          </p:cNvPr>
          <p:cNvSpPr>
            <a:spLocks noGrp="1"/>
          </p:cNvSpPr>
          <p:nvPr>
            <p:ph type="sldNum" sz="quarter" idx="18"/>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4279349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276B90E-9A5E-4775-9292-4A0FEE9B037A}"/>
              </a:ext>
            </a:extLst>
          </p:cNvPr>
          <p:cNvSpPr>
            <a:spLocks noGrp="1"/>
          </p:cNvSpPr>
          <p:nvPr>
            <p:ph type="pic" sz="quarter" idx="14"/>
          </p:nvPr>
        </p:nvSpPr>
        <p:spPr>
          <a:xfrm>
            <a:off x="9330380" y="1737190"/>
            <a:ext cx="2501040" cy="2501040"/>
          </a:xfrm>
          <a:custGeom>
            <a:avLst/>
            <a:gdLst>
              <a:gd name="connsiteX0" fmla="*/ 1250520 w 2501040"/>
              <a:gd name="connsiteY0" fmla="*/ 0 h 2501040"/>
              <a:gd name="connsiteX1" fmla="*/ 2501040 w 2501040"/>
              <a:gd name="connsiteY1" fmla="*/ 1250520 h 2501040"/>
              <a:gd name="connsiteX2" fmla="*/ 1250520 w 2501040"/>
              <a:gd name="connsiteY2" fmla="*/ 2501040 h 2501040"/>
              <a:gd name="connsiteX3" fmla="*/ 0 w 2501040"/>
              <a:gd name="connsiteY3" fmla="*/ 1250520 h 2501040"/>
              <a:gd name="connsiteX4" fmla="*/ 1250520 w 2501040"/>
              <a:gd name="connsiteY4" fmla="*/ 0 h 2501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1040" h="2501040">
                <a:moveTo>
                  <a:pt x="1250520" y="0"/>
                </a:moveTo>
                <a:cubicBezTo>
                  <a:pt x="1941163" y="0"/>
                  <a:pt x="2501040" y="559877"/>
                  <a:pt x="2501040" y="1250520"/>
                </a:cubicBezTo>
                <a:cubicBezTo>
                  <a:pt x="2501040" y="1941163"/>
                  <a:pt x="1941163" y="2501040"/>
                  <a:pt x="1250520" y="2501040"/>
                </a:cubicBezTo>
                <a:cubicBezTo>
                  <a:pt x="559877" y="2501040"/>
                  <a:pt x="0" y="1941163"/>
                  <a:pt x="0" y="1250520"/>
                </a:cubicBezTo>
                <a:cubicBezTo>
                  <a:pt x="0" y="559877"/>
                  <a:pt x="559877" y="0"/>
                  <a:pt x="1250520" y="0"/>
                </a:cubicBez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158B83A6-C529-4F87-A36F-BCDF4F61E96B}"/>
              </a:ext>
            </a:extLst>
          </p:cNvPr>
          <p:cNvSpPr>
            <a:spLocks noGrp="1"/>
          </p:cNvSpPr>
          <p:nvPr>
            <p:ph type="pic" sz="quarter" idx="13"/>
          </p:nvPr>
        </p:nvSpPr>
        <p:spPr>
          <a:xfrm>
            <a:off x="351909" y="3574436"/>
            <a:ext cx="2501040" cy="2501040"/>
          </a:xfrm>
          <a:custGeom>
            <a:avLst/>
            <a:gdLst>
              <a:gd name="connsiteX0" fmla="*/ 1250520 w 2501040"/>
              <a:gd name="connsiteY0" fmla="*/ 0 h 2501040"/>
              <a:gd name="connsiteX1" fmla="*/ 2501040 w 2501040"/>
              <a:gd name="connsiteY1" fmla="*/ 1250520 h 2501040"/>
              <a:gd name="connsiteX2" fmla="*/ 1250520 w 2501040"/>
              <a:gd name="connsiteY2" fmla="*/ 2501040 h 2501040"/>
              <a:gd name="connsiteX3" fmla="*/ 0 w 2501040"/>
              <a:gd name="connsiteY3" fmla="*/ 1250520 h 2501040"/>
              <a:gd name="connsiteX4" fmla="*/ 1250520 w 2501040"/>
              <a:gd name="connsiteY4" fmla="*/ 0 h 2501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1040" h="2501040">
                <a:moveTo>
                  <a:pt x="1250520" y="0"/>
                </a:moveTo>
                <a:cubicBezTo>
                  <a:pt x="1941163" y="0"/>
                  <a:pt x="2501040" y="559877"/>
                  <a:pt x="2501040" y="1250520"/>
                </a:cubicBezTo>
                <a:cubicBezTo>
                  <a:pt x="2501040" y="1941163"/>
                  <a:pt x="1941163" y="2501040"/>
                  <a:pt x="1250520" y="2501040"/>
                </a:cubicBezTo>
                <a:cubicBezTo>
                  <a:pt x="559877" y="2501040"/>
                  <a:pt x="0" y="1941163"/>
                  <a:pt x="0" y="1250520"/>
                </a:cubicBezTo>
                <a:cubicBezTo>
                  <a:pt x="0" y="559877"/>
                  <a:pt x="559877" y="0"/>
                  <a:pt x="1250520"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381BBFA7-9424-4C76-84CB-471514E95F1A}"/>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1C1EBE04-2A47-4959-BC3B-DDAAB5856381}"/>
              </a:ext>
            </a:extLst>
          </p:cNvPr>
          <p:cNvSpPr>
            <a:spLocks noGrp="1"/>
          </p:cNvSpPr>
          <p:nvPr>
            <p:ph type="sldNum" sz="quarter" idx="17"/>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32838506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6312-ED7A-4B2A-8F39-82F24B8017E9}"/>
              </a:ext>
            </a:extLst>
          </p:cNvPr>
          <p:cNvSpPr>
            <a:spLocks noGrp="1"/>
          </p:cNvSpPr>
          <p:nvPr>
            <p:ph type="title"/>
          </p:nvPr>
        </p:nvSpPr>
        <p:spPr>
          <a:xfrm>
            <a:off x="2383203" y="3009658"/>
            <a:ext cx="3456000" cy="838800"/>
          </a:xfrm>
        </p:spPr>
        <p:txBody>
          <a:bodyPr/>
          <a:lstStyle/>
          <a:p>
            <a:r>
              <a:rPr lang="en-US"/>
              <a:t>Click to edit Master title style</a:t>
            </a:r>
            <a:endParaRPr lang="en-IN"/>
          </a:p>
        </p:txBody>
      </p:sp>
      <p:sp>
        <p:nvSpPr>
          <p:cNvPr id="9" name="Picture Placeholder 8">
            <a:extLst>
              <a:ext uri="{FF2B5EF4-FFF2-40B4-BE49-F238E27FC236}">
                <a16:creationId xmlns:a16="http://schemas.microsoft.com/office/drawing/2014/main" id="{A068E70A-72E9-4FD4-817A-B40807B23D24}"/>
              </a:ext>
            </a:extLst>
          </p:cNvPr>
          <p:cNvSpPr>
            <a:spLocks noGrp="1"/>
          </p:cNvSpPr>
          <p:nvPr>
            <p:ph type="pic" sz="quarter" idx="13"/>
          </p:nvPr>
        </p:nvSpPr>
        <p:spPr>
          <a:xfrm>
            <a:off x="8348643" y="1789781"/>
            <a:ext cx="3349136" cy="3349136"/>
          </a:xfrm>
          <a:custGeom>
            <a:avLst/>
            <a:gdLst>
              <a:gd name="connsiteX0" fmla="*/ 1674568 w 3349136"/>
              <a:gd name="connsiteY0" fmla="*/ 0 h 3349136"/>
              <a:gd name="connsiteX1" fmla="*/ 3349136 w 3349136"/>
              <a:gd name="connsiteY1" fmla="*/ 1674568 h 3349136"/>
              <a:gd name="connsiteX2" fmla="*/ 1674568 w 3349136"/>
              <a:gd name="connsiteY2" fmla="*/ 3349136 h 3349136"/>
              <a:gd name="connsiteX3" fmla="*/ 0 w 3349136"/>
              <a:gd name="connsiteY3" fmla="*/ 1674568 h 3349136"/>
              <a:gd name="connsiteX4" fmla="*/ 1674568 w 3349136"/>
              <a:gd name="connsiteY4" fmla="*/ 0 h 334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136" h="3349136">
                <a:moveTo>
                  <a:pt x="1674568" y="0"/>
                </a:moveTo>
                <a:cubicBezTo>
                  <a:pt x="2599406" y="0"/>
                  <a:pt x="3349136" y="749730"/>
                  <a:pt x="3349136" y="1674568"/>
                </a:cubicBezTo>
                <a:cubicBezTo>
                  <a:pt x="3349136" y="2599406"/>
                  <a:pt x="2599406" y="3349136"/>
                  <a:pt x="1674568" y="3349136"/>
                </a:cubicBezTo>
                <a:cubicBezTo>
                  <a:pt x="749730" y="3349136"/>
                  <a:pt x="0" y="2599406"/>
                  <a:pt x="0" y="1674568"/>
                </a:cubicBezTo>
                <a:cubicBezTo>
                  <a:pt x="0" y="749730"/>
                  <a:pt x="749730" y="0"/>
                  <a:pt x="1674568" y="0"/>
                </a:cubicBezTo>
                <a:close/>
              </a:path>
            </a:pathLst>
          </a:custGeom>
        </p:spPr>
        <p:txBody>
          <a:bodyPr wrap="square">
            <a:noAutofit/>
          </a:bodyPr>
          <a:lstStyle/>
          <a:p>
            <a:endParaRPr lang="en-IN"/>
          </a:p>
        </p:txBody>
      </p:sp>
      <p:sp>
        <p:nvSpPr>
          <p:cNvPr id="6" name="Date Placeholder 5">
            <a:extLst>
              <a:ext uri="{FF2B5EF4-FFF2-40B4-BE49-F238E27FC236}">
                <a16:creationId xmlns:a16="http://schemas.microsoft.com/office/drawing/2014/main" id="{43125294-0004-4457-B76E-8B6A6AA03579}"/>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A08CB0C9-4663-4D63-8F2E-222E500368B4}"/>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2C44BB57-F844-4B09-81BF-56175F0D8D03}"/>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2606366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10C37F4E-6335-4868-9111-044AE909CC80}"/>
              </a:ext>
            </a:extLst>
          </p:cNvPr>
          <p:cNvSpPr>
            <a:spLocks noGrp="1"/>
          </p:cNvSpPr>
          <p:nvPr>
            <p:ph type="pic" sz="quarter" idx="13"/>
          </p:nvPr>
        </p:nvSpPr>
        <p:spPr>
          <a:xfrm>
            <a:off x="8319983" y="1791001"/>
            <a:ext cx="3349136" cy="3349136"/>
          </a:xfrm>
          <a:custGeom>
            <a:avLst/>
            <a:gdLst>
              <a:gd name="connsiteX0" fmla="*/ 1674568 w 3349136"/>
              <a:gd name="connsiteY0" fmla="*/ 0 h 3349136"/>
              <a:gd name="connsiteX1" fmla="*/ 3349136 w 3349136"/>
              <a:gd name="connsiteY1" fmla="*/ 1674568 h 3349136"/>
              <a:gd name="connsiteX2" fmla="*/ 1674568 w 3349136"/>
              <a:gd name="connsiteY2" fmla="*/ 3349136 h 3349136"/>
              <a:gd name="connsiteX3" fmla="*/ 0 w 3349136"/>
              <a:gd name="connsiteY3" fmla="*/ 1674568 h 3349136"/>
              <a:gd name="connsiteX4" fmla="*/ 1674568 w 3349136"/>
              <a:gd name="connsiteY4" fmla="*/ 0 h 334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136" h="3349136">
                <a:moveTo>
                  <a:pt x="1674568" y="0"/>
                </a:moveTo>
                <a:cubicBezTo>
                  <a:pt x="2599406" y="0"/>
                  <a:pt x="3349136" y="749730"/>
                  <a:pt x="3349136" y="1674568"/>
                </a:cubicBezTo>
                <a:cubicBezTo>
                  <a:pt x="3349136" y="2599406"/>
                  <a:pt x="2599406" y="3349136"/>
                  <a:pt x="1674568" y="3349136"/>
                </a:cubicBezTo>
                <a:cubicBezTo>
                  <a:pt x="749730" y="3349136"/>
                  <a:pt x="0" y="2599406"/>
                  <a:pt x="0" y="1674568"/>
                </a:cubicBezTo>
                <a:cubicBezTo>
                  <a:pt x="0" y="749730"/>
                  <a:pt x="749730" y="0"/>
                  <a:pt x="1674568"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5E0668C3-14B5-41CA-9BE9-B90C4D0A3475}"/>
              </a:ext>
            </a:extLst>
          </p:cNvPr>
          <p:cNvSpPr>
            <a:spLocks noGrp="1"/>
          </p:cNvSpPr>
          <p:nvPr>
            <p:ph type="title"/>
          </p:nvPr>
        </p:nvSpPr>
        <p:spPr>
          <a:xfrm>
            <a:off x="2063631" y="3073743"/>
            <a:ext cx="4377600" cy="7092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9CF8B179-6CB1-4861-B5F4-09B49287CA79}"/>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872A8B4C-4CC7-4DEC-A4E2-E56ADDE44CC7}"/>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6F7D3462-4D1D-4F4A-9457-16AEA840AC77}"/>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1489435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31B5EF7-2FD7-40B2-B067-C4AE09D0C05F}"/>
              </a:ext>
            </a:extLst>
          </p:cNvPr>
          <p:cNvSpPr>
            <a:spLocks noGrp="1"/>
          </p:cNvSpPr>
          <p:nvPr>
            <p:ph type="pic" sz="quarter" idx="13"/>
          </p:nvPr>
        </p:nvSpPr>
        <p:spPr>
          <a:xfrm>
            <a:off x="8328602" y="1802955"/>
            <a:ext cx="3346828" cy="3346828"/>
          </a:xfrm>
          <a:custGeom>
            <a:avLst/>
            <a:gdLst>
              <a:gd name="connsiteX0" fmla="*/ 1673414 w 3346828"/>
              <a:gd name="connsiteY0" fmla="*/ 0 h 3346828"/>
              <a:gd name="connsiteX1" fmla="*/ 3346828 w 3346828"/>
              <a:gd name="connsiteY1" fmla="*/ 1673414 h 3346828"/>
              <a:gd name="connsiteX2" fmla="*/ 1673414 w 3346828"/>
              <a:gd name="connsiteY2" fmla="*/ 3346828 h 3346828"/>
              <a:gd name="connsiteX3" fmla="*/ 0 w 3346828"/>
              <a:gd name="connsiteY3" fmla="*/ 1673414 h 3346828"/>
              <a:gd name="connsiteX4" fmla="*/ 1673414 w 3346828"/>
              <a:gd name="connsiteY4" fmla="*/ 0 h 3346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828" h="3346828">
                <a:moveTo>
                  <a:pt x="1673414" y="0"/>
                </a:moveTo>
                <a:cubicBezTo>
                  <a:pt x="2597615" y="0"/>
                  <a:pt x="3346828" y="749213"/>
                  <a:pt x="3346828" y="1673414"/>
                </a:cubicBezTo>
                <a:cubicBezTo>
                  <a:pt x="3346828" y="2597615"/>
                  <a:pt x="2597615" y="3346828"/>
                  <a:pt x="1673414" y="3346828"/>
                </a:cubicBezTo>
                <a:cubicBezTo>
                  <a:pt x="749213" y="3346828"/>
                  <a:pt x="0" y="2597615"/>
                  <a:pt x="0" y="1673414"/>
                </a:cubicBezTo>
                <a:cubicBezTo>
                  <a:pt x="0" y="749213"/>
                  <a:pt x="749213" y="0"/>
                  <a:pt x="1673414"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8A869565-216B-40EF-8BDD-78526F88D537}"/>
              </a:ext>
            </a:extLst>
          </p:cNvPr>
          <p:cNvSpPr>
            <a:spLocks noGrp="1"/>
          </p:cNvSpPr>
          <p:nvPr>
            <p:ph type="title"/>
          </p:nvPr>
        </p:nvSpPr>
        <p:spPr>
          <a:xfrm>
            <a:off x="2348679" y="3063160"/>
            <a:ext cx="3873600" cy="7092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8427AD9A-2929-43A3-B91A-003ABC1FCC2A}"/>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371C47F1-1E76-4814-8393-F375DC28662F}"/>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415F1B6F-A5A7-4D4D-A28A-4464F61A4B26}"/>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557367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A9ADEE4-8757-4ED1-8C9F-A25025174524}"/>
              </a:ext>
            </a:extLst>
          </p:cNvPr>
          <p:cNvSpPr>
            <a:spLocks noGrp="1"/>
          </p:cNvSpPr>
          <p:nvPr>
            <p:ph type="pic" sz="quarter" idx="13"/>
          </p:nvPr>
        </p:nvSpPr>
        <p:spPr>
          <a:xfrm>
            <a:off x="479223" y="1785606"/>
            <a:ext cx="3365200" cy="3365200"/>
          </a:xfrm>
          <a:custGeom>
            <a:avLst/>
            <a:gdLst>
              <a:gd name="connsiteX0" fmla="*/ 1682600 w 3365200"/>
              <a:gd name="connsiteY0" fmla="*/ 0 h 3365200"/>
              <a:gd name="connsiteX1" fmla="*/ 3365200 w 3365200"/>
              <a:gd name="connsiteY1" fmla="*/ 1682600 h 3365200"/>
              <a:gd name="connsiteX2" fmla="*/ 1682600 w 3365200"/>
              <a:gd name="connsiteY2" fmla="*/ 3365200 h 3365200"/>
              <a:gd name="connsiteX3" fmla="*/ 0 w 3365200"/>
              <a:gd name="connsiteY3" fmla="*/ 1682600 h 3365200"/>
              <a:gd name="connsiteX4" fmla="*/ 1682600 w 3365200"/>
              <a:gd name="connsiteY4" fmla="*/ 0 h 336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5200" h="3365200">
                <a:moveTo>
                  <a:pt x="1682600" y="0"/>
                </a:moveTo>
                <a:cubicBezTo>
                  <a:pt x="2611874" y="0"/>
                  <a:pt x="3365200" y="753326"/>
                  <a:pt x="3365200" y="1682600"/>
                </a:cubicBezTo>
                <a:cubicBezTo>
                  <a:pt x="3365200" y="2611874"/>
                  <a:pt x="2611874" y="3365200"/>
                  <a:pt x="1682600" y="3365200"/>
                </a:cubicBezTo>
                <a:cubicBezTo>
                  <a:pt x="753326" y="3365200"/>
                  <a:pt x="0" y="2611874"/>
                  <a:pt x="0" y="1682600"/>
                </a:cubicBezTo>
                <a:cubicBezTo>
                  <a:pt x="0" y="753326"/>
                  <a:pt x="753326" y="0"/>
                  <a:pt x="1682600"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81D4535F-FD4B-411B-8739-FFB60468F96D}"/>
              </a:ext>
            </a:extLst>
          </p:cNvPr>
          <p:cNvSpPr>
            <a:spLocks noGrp="1"/>
          </p:cNvSpPr>
          <p:nvPr>
            <p:ph type="title"/>
          </p:nvPr>
        </p:nvSpPr>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CB6103BF-8E06-4EE7-BC20-47B96FA97EB4}"/>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8545B007-A390-409A-A1CE-BDE98FBEB90D}"/>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2B763E15-EA28-4FDB-A173-B805FCF38349}"/>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406697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EFBC476B-511C-4400-9FD9-5CC15A3F2515}"/>
              </a:ext>
            </a:extLst>
          </p:cNvPr>
          <p:cNvSpPr>
            <a:spLocks noGrp="1"/>
          </p:cNvSpPr>
          <p:nvPr>
            <p:ph type="pic" sz="quarter" idx="17"/>
          </p:nvPr>
        </p:nvSpPr>
        <p:spPr>
          <a:xfrm>
            <a:off x="2" y="765175"/>
            <a:ext cx="5277853" cy="6092825"/>
          </a:xfrm>
          <a:custGeom>
            <a:avLst/>
            <a:gdLst>
              <a:gd name="connsiteX0" fmla="*/ 0 w 5277853"/>
              <a:gd name="connsiteY0" fmla="*/ 0 h 6092825"/>
              <a:gd name="connsiteX1" fmla="*/ 5277853 w 5277853"/>
              <a:gd name="connsiteY1" fmla="*/ 0 h 6092825"/>
              <a:gd name="connsiteX2" fmla="*/ 5277853 w 5277853"/>
              <a:gd name="connsiteY2" fmla="*/ 6092825 h 6092825"/>
              <a:gd name="connsiteX3" fmla="*/ 0 w 5277853"/>
              <a:gd name="connsiteY3" fmla="*/ 6092825 h 6092825"/>
            </a:gdLst>
            <a:ahLst/>
            <a:cxnLst>
              <a:cxn ang="0">
                <a:pos x="connsiteX0" y="connsiteY0"/>
              </a:cxn>
              <a:cxn ang="0">
                <a:pos x="connsiteX1" y="connsiteY1"/>
              </a:cxn>
              <a:cxn ang="0">
                <a:pos x="connsiteX2" y="connsiteY2"/>
              </a:cxn>
              <a:cxn ang="0">
                <a:pos x="connsiteX3" y="connsiteY3"/>
              </a:cxn>
            </a:cxnLst>
            <a:rect l="l" t="t" r="r" b="b"/>
            <a:pathLst>
              <a:path w="5277853" h="6092825">
                <a:moveTo>
                  <a:pt x="0" y="0"/>
                </a:moveTo>
                <a:lnTo>
                  <a:pt x="5277853" y="0"/>
                </a:lnTo>
                <a:lnTo>
                  <a:pt x="5277853" y="6092825"/>
                </a:lnTo>
                <a:lnTo>
                  <a:pt x="0" y="6092825"/>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441EDC2D-3AB8-4CBC-89FB-7A4752476092}"/>
              </a:ext>
            </a:extLst>
          </p:cNvPr>
          <p:cNvSpPr>
            <a:spLocks noGrp="1"/>
          </p:cNvSpPr>
          <p:nvPr>
            <p:ph type="title"/>
          </p:nvPr>
        </p:nvSpPr>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BC04011F-32C3-41B7-B415-C24AC5D99995}"/>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F7254D21-BDDA-4401-9D2F-8E6DACADD8F4}"/>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A497739C-D37A-4667-9D75-298F4D8E2F8A}"/>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929339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71373735-C8C4-4CDD-9B3D-271CD6DCAD9C}"/>
              </a:ext>
            </a:extLst>
          </p:cNvPr>
          <p:cNvSpPr>
            <a:spLocks noGrp="1"/>
          </p:cNvSpPr>
          <p:nvPr>
            <p:ph type="pic" sz="quarter" idx="14"/>
          </p:nvPr>
        </p:nvSpPr>
        <p:spPr>
          <a:xfrm>
            <a:off x="9646786" y="3930398"/>
            <a:ext cx="2186326" cy="2186326"/>
          </a:xfrm>
          <a:custGeom>
            <a:avLst/>
            <a:gdLst>
              <a:gd name="connsiteX0" fmla="*/ 1255816 w 2511632"/>
              <a:gd name="connsiteY0" fmla="*/ 0 h 2511632"/>
              <a:gd name="connsiteX1" fmla="*/ 2511632 w 2511632"/>
              <a:gd name="connsiteY1" fmla="*/ 1255816 h 2511632"/>
              <a:gd name="connsiteX2" fmla="*/ 1255816 w 2511632"/>
              <a:gd name="connsiteY2" fmla="*/ 2511632 h 2511632"/>
              <a:gd name="connsiteX3" fmla="*/ 0 w 2511632"/>
              <a:gd name="connsiteY3" fmla="*/ 1255816 h 2511632"/>
              <a:gd name="connsiteX4" fmla="*/ 1255816 w 2511632"/>
              <a:gd name="connsiteY4" fmla="*/ 0 h 251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632" h="2511632">
                <a:moveTo>
                  <a:pt x="1255816" y="0"/>
                </a:moveTo>
                <a:cubicBezTo>
                  <a:pt x="1949384" y="0"/>
                  <a:pt x="2511632" y="562248"/>
                  <a:pt x="2511632" y="1255816"/>
                </a:cubicBezTo>
                <a:cubicBezTo>
                  <a:pt x="2511632" y="1949384"/>
                  <a:pt x="1949384" y="2511632"/>
                  <a:pt x="1255816" y="2511632"/>
                </a:cubicBezTo>
                <a:cubicBezTo>
                  <a:pt x="562248" y="2511632"/>
                  <a:pt x="0" y="1949384"/>
                  <a:pt x="0" y="1255816"/>
                </a:cubicBezTo>
                <a:cubicBezTo>
                  <a:pt x="0" y="562248"/>
                  <a:pt x="562248" y="0"/>
                  <a:pt x="1255816" y="0"/>
                </a:cubicBezTo>
                <a:close/>
              </a:path>
            </a:pathLst>
          </a:custGeom>
        </p:spPr>
        <p:txBody>
          <a:bodyPr wrap="square">
            <a:noAutofit/>
          </a:bodyPr>
          <a:lstStyle/>
          <a:p>
            <a:endParaRPr lang="en-IN"/>
          </a:p>
        </p:txBody>
      </p:sp>
      <p:sp>
        <p:nvSpPr>
          <p:cNvPr id="15" name="Picture Placeholder 14">
            <a:extLst>
              <a:ext uri="{FF2B5EF4-FFF2-40B4-BE49-F238E27FC236}">
                <a16:creationId xmlns:a16="http://schemas.microsoft.com/office/drawing/2014/main" id="{D1AF4195-890F-4C9F-B588-C818C99F483C}"/>
              </a:ext>
            </a:extLst>
          </p:cNvPr>
          <p:cNvSpPr>
            <a:spLocks noGrp="1"/>
          </p:cNvSpPr>
          <p:nvPr>
            <p:ph type="pic" sz="quarter" idx="13"/>
          </p:nvPr>
        </p:nvSpPr>
        <p:spPr>
          <a:xfrm>
            <a:off x="344801" y="1391229"/>
            <a:ext cx="2186326" cy="2186326"/>
          </a:xfrm>
          <a:custGeom>
            <a:avLst/>
            <a:gdLst>
              <a:gd name="connsiteX0" fmla="*/ 1255816 w 2511632"/>
              <a:gd name="connsiteY0" fmla="*/ 0 h 2511632"/>
              <a:gd name="connsiteX1" fmla="*/ 2511632 w 2511632"/>
              <a:gd name="connsiteY1" fmla="*/ 1255816 h 2511632"/>
              <a:gd name="connsiteX2" fmla="*/ 1255816 w 2511632"/>
              <a:gd name="connsiteY2" fmla="*/ 2511632 h 2511632"/>
              <a:gd name="connsiteX3" fmla="*/ 0 w 2511632"/>
              <a:gd name="connsiteY3" fmla="*/ 1255816 h 2511632"/>
              <a:gd name="connsiteX4" fmla="*/ 1255816 w 2511632"/>
              <a:gd name="connsiteY4" fmla="*/ 0 h 251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1632" h="2511632">
                <a:moveTo>
                  <a:pt x="1255816" y="0"/>
                </a:moveTo>
                <a:cubicBezTo>
                  <a:pt x="1949384" y="0"/>
                  <a:pt x="2511632" y="562248"/>
                  <a:pt x="2511632" y="1255816"/>
                </a:cubicBezTo>
                <a:cubicBezTo>
                  <a:pt x="2511632" y="1949384"/>
                  <a:pt x="1949384" y="2511632"/>
                  <a:pt x="1255816" y="2511632"/>
                </a:cubicBezTo>
                <a:cubicBezTo>
                  <a:pt x="562248" y="2511632"/>
                  <a:pt x="0" y="1949384"/>
                  <a:pt x="0" y="1255816"/>
                </a:cubicBezTo>
                <a:cubicBezTo>
                  <a:pt x="0" y="562248"/>
                  <a:pt x="562248" y="0"/>
                  <a:pt x="1255816"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6BF37711-8A65-4C42-845D-993DF327730B}"/>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454B3761-E70F-4F8A-ABDE-A3B44456149D}"/>
              </a:ext>
            </a:extLst>
          </p:cNvPr>
          <p:cNvSpPr>
            <a:spLocks noGrp="1"/>
          </p:cNvSpPr>
          <p:nvPr>
            <p:ph type="sldNum" sz="quarter" idx="17"/>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328290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355C7BC-9B1B-4EE9-AB6F-82F08889E18B}"/>
              </a:ext>
            </a:extLst>
          </p:cNvPr>
          <p:cNvSpPr>
            <a:spLocks noGrp="1"/>
          </p:cNvSpPr>
          <p:nvPr>
            <p:ph type="pic" sz="quarter" idx="14"/>
          </p:nvPr>
        </p:nvSpPr>
        <p:spPr>
          <a:xfrm>
            <a:off x="3645397" y="1502457"/>
            <a:ext cx="1786603" cy="1786603"/>
          </a:xfrm>
          <a:custGeom>
            <a:avLst/>
            <a:gdLst>
              <a:gd name="connsiteX0" fmla="*/ 893302 w 1786603"/>
              <a:gd name="connsiteY0" fmla="*/ 0 h 1786603"/>
              <a:gd name="connsiteX1" fmla="*/ 1786603 w 1786603"/>
              <a:gd name="connsiteY1" fmla="*/ 893302 h 1786603"/>
              <a:gd name="connsiteX2" fmla="*/ 893302 w 1786603"/>
              <a:gd name="connsiteY2" fmla="*/ 1786603 h 1786603"/>
              <a:gd name="connsiteX3" fmla="*/ 0 w 1786603"/>
              <a:gd name="connsiteY3" fmla="*/ 893302 h 1786603"/>
              <a:gd name="connsiteX4" fmla="*/ 893302 w 1786603"/>
              <a:gd name="connsiteY4" fmla="*/ 0 h 178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603" h="1786603">
                <a:moveTo>
                  <a:pt x="893302" y="0"/>
                </a:moveTo>
                <a:cubicBezTo>
                  <a:pt x="1386659" y="0"/>
                  <a:pt x="1786603" y="399944"/>
                  <a:pt x="1786603" y="893302"/>
                </a:cubicBezTo>
                <a:cubicBezTo>
                  <a:pt x="1786603" y="1386659"/>
                  <a:pt x="1386659" y="1786603"/>
                  <a:pt x="893302" y="1786603"/>
                </a:cubicBezTo>
                <a:cubicBezTo>
                  <a:pt x="399944" y="1786603"/>
                  <a:pt x="0" y="1386659"/>
                  <a:pt x="0" y="893302"/>
                </a:cubicBezTo>
                <a:cubicBezTo>
                  <a:pt x="0" y="399944"/>
                  <a:pt x="399944" y="0"/>
                  <a:pt x="893302" y="0"/>
                </a:cubicBezTo>
                <a:close/>
              </a:path>
            </a:pathLst>
          </a:custGeom>
        </p:spPr>
        <p:txBody>
          <a:bodyPr wrap="square">
            <a:noAutofit/>
          </a:bodyPr>
          <a:lstStyle/>
          <a:p>
            <a:endParaRPr lang="en-IN"/>
          </a:p>
        </p:txBody>
      </p:sp>
      <p:sp>
        <p:nvSpPr>
          <p:cNvPr id="12" name="Picture Placeholder 11">
            <a:extLst>
              <a:ext uri="{FF2B5EF4-FFF2-40B4-BE49-F238E27FC236}">
                <a16:creationId xmlns:a16="http://schemas.microsoft.com/office/drawing/2014/main" id="{B6A455D5-F18C-4BA3-9C6D-5D443F324955}"/>
              </a:ext>
            </a:extLst>
          </p:cNvPr>
          <p:cNvSpPr>
            <a:spLocks noGrp="1"/>
          </p:cNvSpPr>
          <p:nvPr>
            <p:ph type="pic" sz="quarter" idx="13"/>
          </p:nvPr>
        </p:nvSpPr>
        <p:spPr>
          <a:xfrm>
            <a:off x="1450837" y="4390885"/>
            <a:ext cx="1786603" cy="1786603"/>
          </a:xfrm>
          <a:custGeom>
            <a:avLst/>
            <a:gdLst>
              <a:gd name="connsiteX0" fmla="*/ 893302 w 1786603"/>
              <a:gd name="connsiteY0" fmla="*/ 0 h 1786603"/>
              <a:gd name="connsiteX1" fmla="*/ 1786603 w 1786603"/>
              <a:gd name="connsiteY1" fmla="*/ 893302 h 1786603"/>
              <a:gd name="connsiteX2" fmla="*/ 893302 w 1786603"/>
              <a:gd name="connsiteY2" fmla="*/ 1786603 h 1786603"/>
              <a:gd name="connsiteX3" fmla="*/ 0 w 1786603"/>
              <a:gd name="connsiteY3" fmla="*/ 893302 h 1786603"/>
              <a:gd name="connsiteX4" fmla="*/ 893302 w 1786603"/>
              <a:gd name="connsiteY4" fmla="*/ 0 h 178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6603" h="1786603">
                <a:moveTo>
                  <a:pt x="893302" y="0"/>
                </a:moveTo>
                <a:cubicBezTo>
                  <a:pt x="1386659" y="0"/>
                  <a:pt x="1786603" y="399945"/>
                  <a:pt x="1786603" y="893302"/>
                </a:cubicBezTo>
                <a:cubicBezTo>
                  <a:pt x="1786603" y="1386659"/>
                  <a:pt x="1386659" y="1786603"/>
                  <a:pt x="893302" y="1786603"/>
                </a:cubicBezTo>
                <a:cubicBezTo>
                  <a:pt x="399944" y="1786603"/>
                  <a:pt x="0" y="1386659"/>
                  <a:pt x="0" y="893302"/>
                </a:cubicBezTo>
                <a:cubicBezTo>
                  <a:pt x="0" y="399945"/>
                  <a:pt x="399944" y="0"/>
                  <a:pt x="893302"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DE86FCD5-19D1-4D2D-AA77-4C1547CF5255}"/>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A5BD4F55-5D49-4604-88F9-470176B14302}"/>
              </a:ext>
            </a:extLst>
          </p:cNvPr>
          <p:cNvSpPr>
            <a:spLocks noGrp="1"/>
          </p:cNvSpPr>
          <p:nvPr>
            <p:ph type="sldNum" sz="quarter" idx="17"/>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6788206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8801EE-6497-4B34-9558-5C1384C99F91}"/>
              </a:ext>
            </a:extLst>
          </p:cNvPr>
          <p:cNvSpPr>
            <a:spLocks noGrp="1"/>
          </p:cNvSpPr>
          <p:nvPr>
            <p:ph type="pic" sz="quarter" idx="13"/>
          </p:nvPr>
        </p:nvSpPr>
        <p:spPr>
          <a:xfrm>
            <a:off x="8332331" y="1802955"/>
            <a:ext cx="3346826" cy="3346826"/>
          </a:xfrm>
          <a:custGeom>
            <a:avLst/>
            <a:gdLst>
              <a:gd name="connsiteX0" fmla="*/ 1673413 w 3346826"/>
              <a:gd name="connsiteY0" fmla="*/ 0 h 3346826"/>
              <a:gd name="connsiteX1" fmla="*/ 3346826 w 3346826"/>
              <a:gd name="connsiteY1" fmla="*/ 1673413 h 3346826"/>
              <a:gd name="connsiteX2" fmla="*/ 1673413 w 3346826"/>
              <a:gd name="connsiteY2" fmla="*/ 3346826 h 3346826"/>
              <a:gd name="connsiteX3" fmla="*/ 0 w 3346826"/>
              <a:gd name="connsiteY3" fmla="*/ 1673413 h 3346826"/>
              <a:gd name="connsiteX4" fmla="*/ 1673413 w 3346826"/>
              <a:gd name="connsiteY4" fmla="*/ 0 h 3346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826" h="3346826">
                <a:moveTo>
                  <a:pt x="1673413" y="0"/>
                </a:moveTo>
                <a:cubicBezTo>
                  <a:pt x="2597613" y="0"/>
                  <a:pt x="3346826" y="749213"/>
                  <a:pt x="3346826" y="1673413"/>
                </a:cubicBezTo>
                <a:cubicBezTo>
                  <a:pt x="3346826" y="2597613"/>
                  <a:pt x="2597613" y="3346826"/>
                  <a:pt x="1673413" y="3346826"/>
                </a:cubicBezTo>
                <a:cubicBezTo>
                  <a:pt x="749213" y="3346826"/>
                  <a:pt x="0" y="2597613"/>
                  <a:pt x="0" y="1673413"/>
                </a:cubicBezTo>
                <a:cubicBezTo>
                  <a:pt x="0" y="749213"/>
                  <a:pt x="749213" y="0"/>
                  <a:pt x="1673413"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C84389A4-6387-4652-9FB8-D5F60942366D}"/>
              </a:ext>
            </a:extLst>
          </p:cNvPr>
          <p:cNvSpPr>
            <a:spLocks noGrp="1"/>
          </p:cNvSpPr>
          <p:nvPr>
            <p:ph type="title"/>
          </p:nvPr>
        </p:nvSpPr>
        <p:spPr>
          <a:xfrm>
            <a:off x="2095446" y="2937044"/>
            <a:ext cx="4924800" cy="7704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C33BF8D4-F8C1-48B4-9B4D-26A22843A9E3}"/>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93E4FAEE-B7F2-4249-841C-D4F39E63AADE}"/>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D92586FC-C131-46CE-8087-FADFD4089409}"/>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6845628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58801EE-6497-4B34-9558-5C1384C99F91}"/>
              </a:ext>
            </a:extLst>
          </p:cNvPr>
          <p:cNvSpPr>
            <a:spLocks noGrp="1"/>
          </p:cNvSpPr>
          <p:nvPr>
            <p:ph type="pic" sz="quarter" idx="13"/>
          </p:nvPr>
        </p:nvSpPr>
        <p:spPr>
          <a:xfrm>
            <a:off x="8332331" y="1802955"/>
            <a:ext cx="3346826" cy="3346826"/>
          </a:xfrm>
          <a:custGeom>
            <a:avLst/>
            <a:gdLst>
              <a:gd name="connsiteX0" fmla="*/ 1673413 w 3346826"/>
              <a:gd name="connsiteY0" fmla="*/ 0 h 3346826"/>
              <a:gd name="connsiteX1" fmla="*/ 3346826 w 3346826"/>
              <a:gd name="connsiteY1" fmla="*/ 1673413 h 3346826"/>
              <a:gd name="connsiteX2" fmla="*/ 1673413 w 3346826"/>
              <a:gd name="connsiteY2" fmla="*/ 3346826 h 3346826"/>
              <a:gd name="connsiteX3" fmla="*/ 0 w 3346826"/>
              <a:gd name="connsiteY3" fmla="*/ 1673413 h 3346826"/>
              <a:gd name="connsiteX4" fmla="*/ 1673413 w 3346826"/>
              <a:gd name="connsiteY4" fmla="*/ 0 h 3346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826" h="3346826">
                <a:moveTo>
                  <a:pt x="1673413" y="0"/>
                </a:moveTo>
                <a:cubicBezTo>
                  <a:pt x="2597613" y="0"/>
                  <a:pt x="3346826" y="749213"/>
                  <a:pt x="3346826" y="1673413"/>
                </a:cubicBezTo>
                <a:cubicBezTo>
                  <a:pt x="3346826" y="2597613"/>
                  <a:pt x="2597613" y="3346826"/>
                  <a:pt x="1673413" y="3346826"/>
                </a:cubicBezTo>
                <a:cubicBezTo>
                  <a:pt x="749213" y="3346826"/>
                  <a:pt x="0" y="2597613"/>
                  <a:pt x="0" y="1673413"/>
                </a:cubicBezTo>
                <a:cubicBezTo>
                  <a:pt x="0" y="749213"/>
                  <a:pt x="749213" y="0"/>
                  <a:pt x="1673413"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C84389A4-6387-4652-9FB8-D5F60942366D}"/>
              </a:ext>
            </a:extLst>
          </p:cNvPr>
          <p:cNvSpPr>
            <a:spLocks noGrp="1"/>
          </p:cNvSpPr>
          <p:nvPr>
            <p:ph type="title"/>
          </p:nvPr>
        </p:nvSpPr>
        <p:spPr>
          <a:xfrm>
            <a:off x="2095446" y="2937044"/>
            <a:ext cx="4924800" cy="770400"/>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0E1DFF26-F474-4B96-829D-460728D07987}"/>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232E2918-4A84-4613-986D-E36E96D5B6FD}"/>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39E771FB-B4D3-4F40-9221-5F1768CD9309}"/>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42700116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D994E5D-46F0-4EC5-A187-00E5B5ED416C}"/>
              </a:ext>
            </a:extLst>
          </p:cNvPr>
          <p:cNvSpPr>
            <a:spLocks noGrp="1"/>
          </p:cNvSpPr>
          <p:nvPr>
            <p:ph type="pic" sz="quarter" idx="17"/>
          </p:nvPr>
        </p:nvSpPr>
        <p:spPr>
          <a:xfrm>
            <a:off x="1" y="0"/>
            <a:ext cx="5277853" cy="6858000"/>
          </a:xfrm>
          <a:custGeom>
            <a:avLst/>
            <a:gdLst>
              <a:gd name="connsiteX0" fmla="*/ 0 w 5277853"/>
              <a:gd name="connsiteY0" fmla="*/ 0 h 6858000"/>
              <a:gd name="connsiteX1" fmla="*/ 5277853 w 5277853"/>
              <a:gd name="connsiteY1" fmla="*/ 0 h 6858000"/>
              <a:gd name="connsiteX2" fmla="*/ 5277853 w 5277853"/>
              <a:gd name="connsiteY2" fmla="*/ 6858000 h 6858000"/>
              <a:gd name="connsiteX3" fmla="*/ 0 w 527785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7853" h="6858000">
                <a:moveTo>
                  <a:pt x="0" y="0"/>
                </a:moveTo>
                <a:lnTo>
                  <a:pt x="5277853" y="0"/>
                </a:lnTo>
                <a:lnTo>
                  <a:pt x="5277853" y="6858000"/>
                </a:lnTo>
                <a:lnTo>
                  <a:pt x="0" y="6858000"/>
                </a:lnTo>
                <a:close/>
              </a:path>
            </a:pathLst>
          </a:custGeom>
        </p:spPr>
        <p:txBody>
          <a:bodyPr wrap="square">
            <a:noAutofit/>
          </a:bodyPr>
          <a:lstStyle/>
          <a:p>
            <a:endParaRPr lang="en-US"/>
          </a:p>
        </p:txBody>
      </p:sp>
      <p:sp>
        <p:nvSpPr>
          <p:cNvPr id="6" name="Date Placeholder 5">
            <a:extLst>
              <a:ext uri="{FF2B5EF4-FFF2-40B4-BE49-F238E27FC236}">
                <a16:creationId xmlns:a16="http://schemas.microsoft.com/office/drawing/2014/main" id="{949D6254-BAB1-4A5B-ABB4-FCBF7D9E1D61}"/>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4B0789A4-9A08-4BFD-8311-9D49A072AEEC}"/>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C1C43975-7DB4-48CA-B9D1-77C7E58EE721}"/>
              </a:ext>
            </a:extLst>
          </p:cNvPr>
          <p:cNvSpPr>
            <a:spLocks noGrp="1"/>
          </p:cNvSpPr>
          <p:nvPr>
            <p:ph type="sldNum" sz="quarter" idx="16"/>
          </p:nvPr>
        </p:nvSpPr>
        <p:spPr/>
        <p:txBody>
          <a:bodyPr/>
          <a:lstStyle/>
          <a:p>
            <a:fld id="{18D83B32-9155-4995-8F45-3D78EEA1AA14}" type="slidenum">
              <a:rPr lang="en-IN" smtClean="0"/>
              <a:pPr/>
              <a:t>‹#›</a:t>
            </a:fld>
            <a:endParaRPr lang="en-IN"/>
          </a:p>
        </p:txBody>
      </p:sp>
      <p:sp>
        <p:nvSpPr>
          <p:cNvPr id="15" name="Title 1">
            <a:extLst>
              <a:ext uri="{FF2B5EF4-FFF2-40B4-BE49-F238E27FC236}">
                <a16:creationId xmlns:a16="http://schemas.microsoft.com/office/drawing/2014/main" id="{A2D80714-0B7C-4A3D-A14B-71F0E5FB363E}"/>
              </a:ext>
            </a:extLst>
          </p:cNvPr>
          <p:cNvSpPr>
            <a:spLocks noGrp="1"/>
          </p:cNvSpPr>
          <p:nvPr>
            <p:ph type="title"/>
          </p:nvPr>
        </p:nvSpPr>
        <p:spPr>
          <a:xfrm>
            <a:off x="2839451" y="3682081"/>
            <a:ext cx="3200400" cy="1444752"/>
          </a:xfrm>
        </p:spPr>
        <p:txBody>
          <a:bodyPr>
            <a:normAutofit/>
          </a:bodyPr>
          <a:lstStyle>
            <a:lvl1pPr>
              <a:defRPr sz="2800">
                <a:solidFill>
                  <a:schemeClr val="tx2"/>
                </a:solidFill>
              </a:defRPr>
            </a:lvl1pPr>
          </a:lstStyle>
          <a:p>
            <a:r>
              <a:rPr lang="en-US"/>
              <a:t>Click to edit Master title style</a:t>
            </a:r>
            <a:endParaRPr lang="en-IN"/>
          </a:p>
        </p:txBody>
      </p:sp>
    </p:spTree>
    <p:extLst>
      <p:ext uri="{BB962C8B-B14F-4D97-AF65-F5344CB8AC3E}">
        <p14:creationId xmlns:p14="http://schemas.microsoft.com/office/powerpoint/2010/main" val="4193375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BC9996ED-E061-4E83-958D-56B533FFF5E6}"/>
              </a:ext>
            </a:extLst>
          </p:cNvPr>
          <p:cNvSpPr/>
          <p:nvPr/>
        </p:nvSpPr>
        <p:spPr>
          <a:xfrm flipH="1">
            <a:off x="276950" y="1561076"/>
            <a:ext cx="3805606" cy="3805606"/>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Picture Placeholder 15">
            <a:extLst>
              <a:ext uri="{FF2B5EF4-FFF2-40B4-BE49-F238E27FC236}">
                <a16:creationId xmlns:a16="http://schemas.microsoft.com/office/drawing/2014/main" id="{92CD912E-4887-4504-A856-5DA81F38581B}"/>
              </a:ext>
            </a:extLst>
          </p:cNvPr>
          <p:cNvSpPr>
            <a:spLocks noGrp="1"/>
          </p:cNvSpPr>
          <p:nvPr>
            <p:ph type="pic" sz="quarter" idx="13"/>
          </p:nvPr>
        </p:nvSpPr>
        <p:spPr>
          <a:xfrm>
            <a:off x="506340" y="1785607"/>
            <a:ext cx="3346826" cy="3356544"/>
          </a:xfrm>
          <a:custGeom>
            <a:avLst/>
            <a:gdLst>
              <a:gd name="connsiteX0" fmla="*/ 1673413 w 3346826"/>
              <a:gd name="connsiteY0" fmla="*/ 0 h 3356544"/>
              <a:gd name="connsiteX1" fmla="*/ 3346826 w 3346826"/>
              <a:gd name="connsiteY1" fmla="*/ 1678272 h 3356544"/>
              <a:gd name="connsiteX2" fmla="*/ 1673413 w 3346826"/>
              <a:gd name="connsiteY2" fmla="*/ 3356544 h 3356544"/>
              <a:gd name="connsiteX3" fmla="*/ 0 w 3346826"/>
              <a:gd name="connsiteY3" fmla="*/ 1678272 h 3356544"/>
              <a:gd name="connsiteX4" fmla="*/ 1673413 w 3346826"/>
              <a:gd name="connsiteY4" fmla="*/ 0 h 3356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826" h="3356544">
                <a:moveTo>
                  <a:pt x="1673413" y="0"/>
                </a:moveTo>
                <a:cubicBezTo>
                  <a:pt x="2597613" y="0"/>
                  <a:pt x="3346826" y="751388"/>
                  <a:pt x="3346826" y="1678272"/>
                </a:cubicBezTo>
                <a:cubicBezTo>
                  <a:pt x="3346826" y="2605156"/>
                  <a:pt x="2597613" y="3356544"/>
                  <a:pt x="1673413" y="3356544"/>
                </a:cubicBezTo>
                <a:cubicBezTo>
                  <a:pt x="749213" y="3356544"/>
                  <a:pt x="0" y="2605156"/>
                  <a:pt x="0" y="1678272"/>
                </a:cubicBezTo>
                <a:cubicBezTo>
                  <a:pt x="0" y="751388"/>
                  <a:pt x="749213" y="0"/>
                  <a:pt x="1673413"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784CCF16-0E43-45C7-8822-6BDAE9C827F1}"/>
              </a:ext>
            </a:extLst>
          </p:cNvPr>
          <p:cNvSpPr>
            <a:spLocks noGrp="1"/>
          </p:cNvSpPr>
          <p:nvPr>
            <p:ph type="title"/>
          </p:nvPr>
        </p:nvSpPr>
        <p:spPr>
          <a:xfrm>
            <a:off x="334963" y="188913"/>
            <a:ext cx="11522075" cy="576264"/>
          </a:xfrm>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0D5C78C3-D013-489A-B99B-0AEDA54AA55D}"/>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A9F87C5E-8BC6-43B7-99EB-C406BAB5B37D}"/>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6714AD5E-6F6F-4DEC-A3A2-CC095591AC90}"/>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9988003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A11E22-1936-4512-9CED-373F33026BAA}"/>
              </a:ext>
            </a:extLst>
          </p:cNvPr>
          <p:cNvSpPr>
            <a:spLocks noGrp="1"/>
          </p:cNvSpPr>
          <p:nvPr>
            <p:ph type="pic" sz="quarter" idx="13"/>
          </p:nvPr>
        </p:nvSpPr>
        <p:spPr>
          <a:xfrm>
            <a:off x="1958976" y="1451308"/>
            <a:ext cx="3346741" cy="3356544"/>
          </a:xfrm>
          <a:custGeom>
            <a:avLst/>
            <a:gdLst>
              <a:gd name="connsiteX0" fmla="*/ 1673328 w 3346741"/>
              <a:gd name="connsiteY0" fmla="*/ 0 h 3356544"/>
              <a:gd name="connsiteX1" fmla="*/ 3346741 w 3346741"/>
              <a:gd name="connsiteY1" fmla="*/ 1678272 h 3356544"/>
              <a:gd name="connsiteX2" fmla="*/ 1673328 w 3346741"/>
              <a:gd name="connsiteY2" fmla="*/ 3356544 h 3356544"/>
              <a:gd name="connsiteX3" fmla="*/ 8555 w 3346741"/>
              <a:gd name="connsiteY3" fmla="*/ 1849866 h 3356544"/>
              <a:gd name="connsiteX4" fmla="*/ 0 w 3346741"/>
              <a:gd name="connsiteY4" fmla="*/ 1679960 h 3356544"/>
              <a:gd name="connsiteX5" fmla="*/ 0 w 3346741"/>
              <a:gd name="connsiteY5" fmla="*/ 1676584 h 3356544"/>
              <a:gd name="connsiteX6" fmla="*/ 8555 w 3346741"/>
              <a:gd name="connsiteY6" fmla="*/ 1506679 h 3356544"/>
              <a:gd name="connsiteX7" fmla="*/ 1673328 w 3346741"/>
              <a:gd name="connsiteY7" fmla="*/ 0 h 335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6741" h="3356544">
                <a:moveTo>
                  <a:pt x="1673328" y="0"/>
                </a:moveTo>
                <a:cubicBezTo>
                  <a:pt x="2597528" y="0"/>
                  <a:pt x="3346741" y="751388"/>
                  <a:pt x="3346741" y="1678272"/>
                </a:cubicBezTo>
                <a:cubicBezTo>
                  <a:pt x="3346741" y="2605156"/>
                  <a:pt x="2597528" y="3356544"/>
                  <a:pt x="1673328" y="3356544"/>
                </a:cubicBezTo>
                <a:cubicBezTo>
                  <a:pt x="806891" y="3356544"/>
                  <a:pt x="94250" y="2696145"/>
                  <a:pt x="8555" y="1849866"/>
                </a:cubicBezTo>
                <a:lnTo>
                  <a:pt x="0" y="1679960"/>
                </a:lnTo>
                <a:lnTo>
                  <a:pt x="0" y="1676584"/>
                </a:lnTo>
                <a:lnTo>
                  <a:pt x="8555" y="1506679"/>
                </a:lnTo>
                <a:cubicBezTo>
                  <a:pt x="94250" y="660400"/>
                  <a:pt x="806891" y="0"/>
                  <a:pt x="1673328" y="0"/>
                </a:cubicBez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5461E572-B223-457E-81EE-E2871BA75C57}"/>
              </a:ext>
            </a:extLst>
          </p:cNvPr>
          <p:cNvSpPr>
            <a:spLocks noGrp="1"/>
          </p:cNvSpPr>
          <p:nvPr>
            <p:ph type="title"/>
          </p:nvPr>
        </p:nvSpPr>
        <p:spPr/>
        <p:txBody>
          <a:bodyPr/>
          <a:lstStyle/>
          <a:p>
            <a:r>
              <a:rPr lang="en-US"/>
              <a:t>Click to edit Master title style</a:t>
            </a:r>
            <a:endParaRPr lang="en-IN"/>
          </a:p>
        </p:txBody>
      </p:sp>
      <p:sp>
        <p:nvSpPr>
          <p:cNvPr id="6" name="Date Placeholder 5">
            <a:extLst>
              <a:ext uri="{FF2B5EF4-FFF2-40B4-BE49-F238E27FC236}">
                <a16:creationId xmlns:a16="http://schemas.microsoft.com/office/drawing/2014/main" id="{577680C3-12D2-4D77-8F08-45DBADAF46D9}"/>
              </a:ext>
            </a:extLst>
          </p:cNvPr>
          <p:cNvSpPr>
            <a:spLocks noGrp="1"/>
          </p:cNvSpPr>
          <p:nvPr>
            <p:ph type="dt" sz="half" idx="14"/>
          </p:nvPr>
        </p:nvSpPr>
        <p:spPr/>
        <p:txBody>
          <a:bodyPr/>
          <a:lstStyle/>
          <a:p>
            <a:fld id="{A5484E1F-C86B-4609-9E28-0A901F27F456}" type="datetime1">
              <a:rPr lang="en-IN" smtClean="0"/>
              <a:t>22-09-2023</a:t>
            </a:fld>
            <a:endParaRPr lang="en-IN"/>
          </a:p>
        </p:txBody>
      </p:sp>
      <p:sp>
        <p:nvSpPr>
          <p:cNvPr id="7" name="Footer Placeholder 6">
            <a:extLst>
              <a:ext uri="{FF2B5EF4-FFF2-40B4-BE49-F238E27FC236}">
                <a16:creationId xmlns:a16="http://schemas.microsoft.com/office/drawing/2014/main" id="{9361DF73-6B53-43FD-B0D6-956BED5C1309}"/>
              </a:ext>
            </a:extLst>
          </p:cNvPr>
          <p:cNvSpPr>
            <a:spLocks noGrp="1"/>
          </p:cNvSpPr>
          <p:nvPr>
            <p:ph type="ftr" sz="quarter" idx="15"/>
          </p:nvPr>
        </p:nvSpPr>
        <p:spPr/>
        <p:txBody>
          <a:bodyPr/>
          <a:lstStyle/>
          <a:p>
            <a:endParaRPr lang="en-IN"/>
          </a:p>
        </p:txBody>
      </p:sp>
      <p:sp>
        <p:nvSpPr>
          <p:cNvPr id="8" name="Slide Number Placeholder 7">
            <a:extLst>
              <a:ext uri="{FF2B5EF4-FFF2-40B4-BE49-F238E27FC236}">
                <a16:creationId xmlns:a16="http://schemas.microsoft.com/office/drawing/2014/main" id="{AAC7CAF7-BB5D-412B-882B-B946B84F3160}"/>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15525789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B7B83102-B686-4612-8571-C50A35781F15}"/>
              </a:ext>
            </a:extLst>
          </p:cNvPr>
          <p:cNvSpPr>
            <a:spLocks noGrp="1"/>
          </p:cNvSpPr>
          <p:nvPr>
            <p:ph type="pic" sz="quarter" idx="17"/>
          </p:nvPr>
        </p:nvSpPr>
        <p:spPr>
          <a:xfrm>
            <a:off x="8442960" y="902732"/>
            <a:ext cx="3169920" cy="5052536"/>
          </a:xfrm>
          <a:custGeom>
            <a:avLst/>
            <a:gdLst>
              <a:gd name="connsiteX0" fmla="*/ 0 w 3169920"/>
              <a:gd name="connsiteY0" fmla="*/ 0 h 5052536"/>
              <a:gd name="connsiteX1" fmla="*/ 3169920 w 3169920"/>
              <a:gd name="connsiteY1" fmla="*/ 0 h 5052536"/>
              <a:gd name="connsiteX2" fmla="*/ 3169920 w 3169920"/>
              <a:gd name="connsiteY2" fmla="*/ 5052536 h 5052536"/>
              <a:gd name="connsiteX3" fmla="*/ 0 w 3169920"/>
              <a:gd name="connsiteY3" fmla="*/ 5052536 h 5052536"/>
            </a:gdLst>
            <a:ahLst/>
            <a:cxnLst>
              <a:cxn ang="0">
                <a:pos x="connsiteX0" y="connsiteY0"/>
              </a:cxn>
              <a:cxn ang="0">
                <a:pos x="connsiteX1" y="connsiteY1"/>
              </a:cxn>
              <a:cxn ang="0">
                <a:pos x="connsiteX2" y="connsiteY2"/>
              </a:cxn>
              <a:cxn ang="0">
                <a:pos x="connsiteX3" y="connsiteY3"/>
              </a:cxn>
            </a:cxnLst>
            <a:rect l="l" t="t" r="r" b="b"/>
            <a:pathLst>
              <a:path w="3169920" h="5052536">
                <a:moveTo>
                  <a:pt x="0" y="0"/>
                </a:moveTo>
                <a:lnTo>
                  <a:pt x="3169920" y="0"/>
                </a:lnTo>
                <a:lnTo>
                  <a:pt x="3169920" y="5052536"/>
                </a:lnTo>
                <a:lnTo>
                  <a:pt x="0" y="5052536"/>
                </a:lnTo>
                <a:close/>
              </a:path>
            </a:pathLst>
          </a:custGeom>
        </p:spPr>
        <p:txBody>
          <a:bodyPr wrap="square">
            <a:noAutofit/>
          </a:bodyPr>
          <a:lstStyle/>
          <a:p>
            <a:endParaRPr lang="en-IN"/>
          </a:p>
        </p:txBody>
      </p:sp>
      <p:sp>
        <p:nvSpPr>
          <p:cNvPr id="2" name="Title 1">
            <a:extLst>
              <a:ext uri="{FF2B5EF4-FFF2-40B4-BE49-F238E27FC236}">
                <a16:creationId xmlns:a16="http://schemas.microsoft.com/office/drawing/2014/main" id="{ED8ACF2B-7333-473A-BB2D-E784D8904F76}"/>
              </a:ext>
            </a:extLst>
          </p:cNvPr>
          <p:cNvSpPr>
            <a:spLocks noGrp="1"/>
          </p:cNvSpPr>
          <p:nvPr>
            <p:ph type="title"/>
          </p:nvPr>
        </p:nvSpPr>
        <p:spPr/>
        <p:txBody>
          <a:bodyPr/>
          <a:lstStyle/>
          <a:p>
            <a:r>
              <a:rPr lang="en-US"/>
              <a:t>Click to edit Master title style</a:t>
            </a:r>
            <a:endParaRPr lang="en-IN"/>
          </a:p>
        </p:txBody>
      </p:sp>
      <p:sp>
        <p:nvSpPr>
          <p:cNvPr id="8" name="Slide Number Placeholder 7">
            <a:extLst>
              <a:ext uri="{FF2B5EF4-FFF2-40B4-BE49-F238E27FC236}">
                <a16:creationId xmlns:a16="http://schemas.microsoft.com/office/drawing/2014/main" id="{CA77DBD7-9D28-41AE-80E4-092CCFDE3434}"/>
              </a:ext>
            </a:extLst>
          </p:cNvPr>
          <p:cNvSpPr>
            <a:spLocks noGrp="1"/>
          </p:cNvSpPr>
          <p:nvPr>
            <p:ph type="sldNum" sz="quarter" idx="16"/>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24794751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0E7EF-31BC-403B-8515-4D262D2111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59FB7DF-EDEB-4FD9-B328-B36FCFC9F95C}"/>
              </a:ext>
            </a:extLst>
          </p:cNvPr>
          <p:cNvSpPr>
            <a:spLocks noGrp="1"/>
          </p:cNvSpPr>
          <p:nvPr>
            <p:ph type="dt" sz="half" idx="10"/>
          </p:nvPr>
        </p:nvSpPr>
        <p:spPr/>
        <p:txBody>
          <a:bodyPr/>
          <a:lstStyle/>
          <a:p>
            <a:fld id="{A5484E1F-C86B-4609-9E28-0A901F27F456}" type="datetime1">
              <a:rPr lang="en-IN" smtClean="0"/>
              <a:t>22-09-2023</a:t>
            </a:fld>
            <a:endParaRPr lang="en-IN"/>
          </a:p>
        </p:txBody>
      </p:sp>
      <p:sp>
        <p:nvSpPr>
          <p:cNvPr id="4" name="Footer Placeholder 3">
            <a:extLst>
              <a:ext uri="{FF2B5EF4-FFF2-40B4-BE49-F238E27FC236}">
                <a16:creationId xmlns:a16="http://schemas.microsoft.com/office/drawing/2014/main" id="{F7A5C4B4-A75F-4002-8FC0-28080C7CFB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21E213D-CBA2-486A-8FEA-E397F90464C5}"/>
              </a:ext>
            </a:extLst>
          </p:cNvPr>
          <p:cNvSpPr>
            <a:spLocks noGrp="1"/>
          </p:cNvSpPr>
          <p:nvPr>
            <p:ph type="sldNum" sz="quarter" idx="12"/>
          </p:nvPr>
        </p:nvSpPr>
        <p:spPr/>
        <p:txBody>
          <a:bodyPr/>
          <a:lstStyle/>
          <a:p>
            <a:fld id="{18D83B32-9155-4995-8F45-3D78EEA1AA14}" type="slidenum">
              <a:rPr lang="en-IN" smtClean="0"/>
              <a:pPr/>
              <a:t>‹#›</a:t>
            </a:fld>
            <a:endParaRPr lang="en-IN"/>
          </a:p>
        </p:txBody>
      </p:sp>
    </p:spTree>
    <p:extLst>
      <p:ext uri="{BB962C8B-B14F-4D97-AF65-F5344CB8AC3E}">
        <p14:creationId xmlns:p14="http://schemas.microsoft.com/office/powerpoint/2010/main" val="35478915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4A58-FAE2-4E90-8164-27BC237CE0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F66A8B-F858-44B3-9592-C7DC54D46E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8E82A0-804B-4676-B172-BFF93E849F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B891C6-D274-4B60-9142-C1F8A8FC2569}"/>
              </a:ext>
            </a:extLst>
          </p:cNvPr>
          <p:cNvSpPr>
            <a:spLocks noGrp="1"/>
          </p:cNvSpPr>
          <p:nvPr>
            <p:ph type="dt" sz="half" idx="10"/>
          </p:nvPr>
        </p:nvSpPr>
        <p:spPr/>
        <p:txBody>
          <a:bodyPr/>
          <a:lstStyle/>
          <a:p>
            <a:fld id="{9B5892D5-6182-4129-AA33-9C4B2A87B516}" type="datetime1">
              <a:rPr lang="en-IN" smtClean="0"/>
              <a:t>22-09-2023</a:t>
            </a:fld>
            <a:endParaRPr lang="en-IN"/>
          </a:p>
        </p:txBody>
      </p:sp>
      <p:sp>
        <p:nvSpPr>
          <p:cNvPr id="6" name="Footer Placeholder 5">
            <a:extLst>
              <a:ext uri="{FF2B5EF4-FFF2-40B4-BE49-F238E27FC236}">
                <a16:creationId xmlns:a16="http://schemas.microsoft.com/office/drawing/2014/main" id="{DA5EFDB5-6F94-46C3-AA01-3A73EC100A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125F31-555A-4C95-AE37-FFC69FC49180}"/>
              </a:ext>
            </a:extLst>
          </p:cNvPr>
          <p:cNvSpPr>
            <a:spLocks noGrp="1"/>
          </p:cNvSpPr>
          <p:nvPr>
            <p:ph type="sldNum" sz="quarter" idx="12"/>
          </p:nvPr>
        </p:nvSpPr>
        <p:spPr/>
        <p:txBody>
          <a:bodyPr/>
          <a:lstStyle/>
          <a:p>
            <a:fld id="{18D83B32-9155-4995-8F45-3D78EEA1AA14}" type="slidenum">
              <a:rPr lang="en-IN" smtClean="0"/>
              <a:t>‹#›</a:t>
            </a:fld>
            <a:endParaRPr lang="en-IN"/>
          </a:p>
        </p:txBody>
      </p:sp>
    </p:spTree>
    <p:extLst>
      <p:ext uri="{BB962C8B-B14F-4D97-AF65-F5344CB8AC3E}">
        <p14:creationId xmlns:p14="http://schemas.microsoft.com/office/powerpoint/2010/main" val="35948622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E6971-210B-45FE-BE31-5378F226D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7258C9-F4B9-4E4F-A64A-853219B503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BAAA56F-66D9-4AF6-B87C-9B542F715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572CFA-F0AC-4909-BBF8-8B933E05EBAD}"/>
              </a:ext>
            </a:extLst>
          </p:cNvPr>
          <p:cNvSpPr>
            <a:spLocks noGrp="1"/>
          </p:cNvSpPr>
          <p:nvPr>
            <p:ph type="dt" sz="half" idx="10"/>
          </p:nvPr>
        </p:nvSpPr>
        <p:spPr/>
        <p:txBody>
          <a:bodyPr/>
          <a:lstStyle/>
          <a:p>
            <a:fld id="{D0ACB3EC-A077-4783-877D-D2C92C3FC8C2}" type="datetime1">
              <a:rPr lang="en-IN" smtClean="0"/>
              <a:t>22-09-2023</a:t>
            </a:fld>
            <a:endParaRPr lang="en-IN"/>
          </a:p>
        </p:txBody>
      </p:sp>
      <p:sp>
        <p:nvSpPr>
          <p:cNvPr id="6" name="Footer Placeholder 5">
            <a:extLst>
              <a:ext uri="{FF2B5EF4-FFF2-40B4-BE49-F238E27FC236}">
                <a16:creationId xmlns:a16="http://schemas.microsoft.com/office/drawing/2014/main" id="{8203F09E-09C0-47E5-93A4-CA665FBB34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72078D-892F-4D13-9D41-50CF3F880A96}"/>
              </a:ext>
            </a:extLst>
          </p:cNvPr>
          <p:cNvSpPr>
            <a:spLocks noGrp="1"/>
          </p:cNvSpPr>
          <p:nvPr>
            <p:ph type="sldNum" sz="quarter" idx="12"/>
          </p:nvPr>
        </p:nvSpPr>
        <p:spPr/>
        <p:txBody>
          <a:bodyPr/>
          <a:lstStyle/>
          <a:p>
            <a:fld id="{18D83B32-9155-4995-8F45-3D78EEA1AA14}" type="slidenum">
              <a:rPr lang="en-IN" smtClean="0"/>
              <a:t>‹#›</a:t>
            </a:fld>
            <a:endParaRPr lang="en-IN"/>
          </a:p>
        </p:txBody>
      </p:sp>
    </p:spTree>
    <p:extLst>
      <p:ext uri="{BB962C8B-B14F-4D97-AF65-F5344CB8AC3E}">
        <p14:creationId xmlns:p14="http://schemas.microsoft.com/office/powerpoint/2010/main" val="19691849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AB99-0F2D-45D6-A1B4-B59F0D0344C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FDE9B4-208C-44E7-B79B-3A2ED08F03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865E85-70AD-4AA5-8295-2AEFAE32A697}"/>
              </a:ext>
            </a:extLst>
          </p:cNvPr>
          <p:cNvSpPr>
            <a:spLocks noGrp="1"/>
          </p:cNvSpPr>
          <p:nvPr>
            <p:ph type="dt" sz="half" idx="10"/>
          </p:nvPr>
        </p:nvSpPr>
        <p:spPr/>
        <p:txBody>
          <a:bodyPr/>
          <a:lstStyle/>
          <a:p>
            <a:fld id="{FBCE37AA-5829-40E3-A253-BAD31739EFB5}" type="datetime1">
              <a:rPr lang="en-IN" smtClean="0"/>
              <a:t>22-09-2023</a:t>
            </a:fld>
            <a:endParaRPr lang="en-IN"/>
          </a:p>
        </p:txBody>
      </p:sp>
      <p:sp>
        <p:nvSpPr>
          <p:cNvPr id="5" name="Footer Placeholder 4">
            <a:extLst>
              <a:ext uri="{FF2B5EF4-FFF2-40B4-BE49-F238E27FC236}">
                <a16:creationId xmlns:a16="http://schemas.microsoft.com/office/drawing/2014/main" id="{AD9F8996-EFB9-43E6-9DE9-60755ED4A1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7FA159-A087-414F-A9C7-490515B0B031}"/>
              </a:ext>
            </a:extLst>
          </p:cNvPr>
          <p:cNvSpPr>
            <a:spLocks noGrp="1"/>
          </p:cNvSpPr>
          <p:nvPr>
            <p:ph type="sldNum" sz="quarter" idx="12"/>
          </p:nvPr>
        </p:nvSpPr>
        <p:spPr/>
        <p:txBody>
          <a:bodyPr/>
          <a:lstStyle/>
          <a:p>
            <a:fld id="{18D83B32-9155-4995-8F45-3D78EEA1AA14}" type="slidenum">
              <a:rPr lang="en-IN" smtClean="0"/>
              <a:t>‹#›</a:t>
            </a:fld>
            <a:endParaRPr lang="en-IN"/>
          </a:p>
        </p:txBody>
      </p:sp>
    </p:spTree>
    <p:extLst>
      <p:ext uri="{BB962C8B-B14F-4D97-AF65-F5344CB8AC3E}">
        <p14:creationId xmlns:p14="http://schemas.microsoft.com/office/powerpoint/2010/main" val="21116369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865FD9-5B50-47AE-A079-5EE3675FFB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C470C2-E3EE-4F6B-AFB8-EC0694C512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705F0-7AA1-4DD5-AAA4-14AD53E51A19}"/>
              </a:ext>
            </a:extLst>
          </p:cNvPr>
          <p:cNvSpPr>
            <a:spLocks noGrp="1"/>
          </p:cNvSpPr>
          <p:nvPr>
            <p:ph type="dt" sz="half" idx="10"/>
          </p:nvPr>
        </p:nvSpPr>
        <p:spPr/>
        <p:txBody>
          <a:bodyPr/>
          <a:lstStyle/>
          <a:p>
            <a:fld id="{C0AEBB9A-94AA-47A1-80E6-ADAF57C500A0}" type="datetime1">
              <a:rPr lang="en-IN" smtClean="0"/>
              <a:t>22-09-2023</a:t>
            </a:fld>
            <a:endParaRPr lang="en-IN"/>
          </a:p>
        </p:txBody>
      </p:sp>
      <p:sp>
        <p:nvSpPr>
          <p:cNvPr id="5" name="Footer Placeholder 4">
            <a:extLst>
              <a:ext uri="{FF2B5EF4-FFF2-40B4-BE49-F238E27FC236}">
                <a16:creationId xmlns:a16="http://schemas.microsoft.com/office/drawing/2014/main" id="{8B6AE8D6-BAB7-4388-B9A4-AC7B50B106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62D470-2211-4D52-B367-895FA144FF7D}"/>
              </a:ext>
            </a:extLst>
          </p:cNvPr>
          <p:cNvSpPr>
            <a:spLocks noGrp="1"/>
          </p:cNvSpPr>
          <p:nvPr>
            <p:ph type="sldNum" sz="quarter" idx="12"/>
          </p:nvPr>
        </p:nvSpPr>
        <p:spPr/>
        <p:txBody>
          <a:bodyPr/>
          <a:lstStyle/>
          <a:p>
            <a:fld id="{18D83B32-9155-4995-8F45-3D78EEA1AA14}" type="slidenum">
              <a:rPr lang="en-IN" smtClean="0"/>
              <a:t>‹#›</a:t>
            </a:fld>
            <a:endParaRPr lang="en-IN"/>
          </a:p>
        </p:txBody>
      </p:sp>
    </p:spTree>
    <p:extLst>
      <p:ext uri="{BB962C8B-B14F-4D97-AF65-F5344CB8AC3E}">
        <p14:creationId xmlns:p14="http://schemas.microsoft.com/office/powerpoint/2010/main" val="206109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8BFAE9-B3D6-4F0B-9EDF-1D95A5313198}"/>
              </a:ext>
            </a:extLst>
          </p:cNvPr>
          <p:cNvSpPr>
            <a:spLocks noGrp="1"/>
          </p:cNvSpPr>
          <p:nvPr>
            <p:ph type="title"/>
          </p:nvPr>
        </p:nvSpPr>
        <p:spPr>
          <a:xfrm>
            <a:off x="192089" y="188913"/>
            <a:ext cx="11664950" cy="5762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0E56A1-DE68-4A8D-B356-0BB10D06746E}"/>
              </a:ext>
            </a:extLst>
          </p:cNvPr>
          <p:cNvSpPr>
            <a:spLocks noGrp="1"/>
          </p:cNvSpPr>
          <p:nvPr>
            <p:ph type="body" idx="1"/>
          </p:nvPr>
        </p:nvSpPr>
        <p:spPr>
          <a:xfrm>
            <a:off x="334963" y="977900"/>
            <a:ext cx="11522075" cy="5499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05FDCD-4E6B-4684-B0B8-0B7DF1584691}"/>
              </a:ext>
            </a:extLst>
          </p:cNvPr>
          <p:cNvSpPr>
            <a:spLocks noGrp="1"/>
          </p:cNvSpPr>
          <p:nvPr>
            <p:ph type="dt" sz="half" idx="2"/>
          </p:nvPr>
        </p:nvSpPr>
        <p:spPr>
          <a:xfrm>
            <a:off x="838200" y="6485724"/>
            <a:ext cx="2743200" cy="187367"/>
          </a:xfrm>
          <a:prstGeom prst="rect">
            <a:avLst/>
          </a:prstGeom>
        </p:spPr>
        <p:txBody>
          <a:bodyPr vert="horz" lIns="91440" tIns="45720" rIns="91440" bIns="45720" rtlCol="0" anchor="ctr"/>
          <a:lstStyle>
            <a:lvl1pPr algn="l">
              <a:defRPr sz="1200">
                <a:solidFill>
                  <a:schemeClr val="tx1">
                    <a:tint val="75000"/>
                  </a:schemeClr>
                </a:solidFill>
              </a:defRPr>
            </a:lvl1pPr>
          </a:lstStyle>
          <a:p>
            <a:fld id="{A5484E1F-C86B-4609-9E28-0A901F27F456}" type="datetime1">
              <a:rPr lang="en-IN" smtClean="0"/>
              <a:t>22-09-2023</a:t>
            </a:fld>
            <a:endParaRPr lang="en-IN"/>
          </a:p>
        </p:txBody>
      </p:sp>
      <p:sp>
        <p:nvSpPr>
          <p:cNvPr id="5" name="Footer Placeholder 4">
            <a:extLst>
              <a:ext uri="{FF2B5EF4-FFF2-40B4-BE49-F238E27FC236}">
                <a16:creationId xmlns:a16="http://schemas.microsoft.com/office/drawing/2014/main" id="{906E1DCE-AE7E-4207-967B-D44CF53007A3}"/>
              </a:ext>
            </a:extLst>
          </p:cNvPr>
          <p:cNvSpPr>
            <a:spLocks noGrp="1"/>
          </p:cNvSpPr>
          <p:nvPr>
            <p:ph type="ftr" sz="quarter" idx="3"/>
          </p:nvPr>
        </p:nvSpPr>
        <p:spPr>
          <a:xfrm>
            <a:off x="4038600" y="6485724"/>
            <a:ext cx="4114800" cy="18736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grpSp>
        <p:nvGrpSpPr>
          <p:cNvPr id="10" name="Group 9">
            <a:extLst>
              <a:ext uri="{FF2B5EF4-FFF2-40B4-BE49-F238E27FC236}">
                <a16:creationId xmlns:a16="http://schemas.microsoft.com/office/drawing/2014/main" id="{4E37F0BE-E04C-461C-8E2F-7664CC075167}"/>
              </a:ext>
            </a:extLst>
          </p:cNvPr>
          <p:cNvGrpSpPr/>
          <p:nvPr userDrawn="1"/>
        </p:nvGrpSpPr>
        <p:grpSpPr>
          <a:xfrm rot="5400000" flipV="1">
            <a:off x="11723741" y="220821"/>
            <a:ext cx="444500" cy="475457"/>
            <a:chOff x="11723741" y="220821"/>
            <a:chExt cx="444500" cy="475457"/>
          </a:xfrm>
        </p:grpSpPr>
        <p:sp>
          <p:nvSpPr>
            <p:cNvPr id="9" name="Oval 8">
              <a:extLst>
                <a:ext uri="{FF2B5EF4-FFF2-40B4-BE49-F238E27FC236}">
                  <a16:creationId xmlns:a16="http://schemas.microsoft.com/office/drawing/2014/main" id="{366C9B86-4430-41A3-A09F-761A6DB4A284}"/>
                </a:ext>
              </a:extLst>
            </p:cNvPr>
            <p:cNvSpPr/>
            <p:nvPr userDrawn="1"/>
          </p:nvSpPr>
          <p:spPr>
            <a:xfrm>
              <a:off x="11723741" y="220821"/>
              <a:ext cx="444500" cy="4445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2B01C1A1-1097-4D60-AB9F-50287AA7404B}"/>
                </a:ext>
              </a:extLst>
            </p:cNvPr>
            <p:cNvSpPr/>
            <p:nvPr userDrawn="1"/>
          </p:nvSpPr>
          <p:spPr>
            <a:xfrm>
              <a:off x="11723741" y="251778"/>
              <a:ext cx="444500" cy="4445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Arial" panose="020B0604020202020204" pitchFamily="34" charset="0"/>
                <a:cs typeface="Arial" panose="020B0604020202020204" pitchFamily="34" charset="0"/>
              </a:endParaRPr>
            </a:p>
          </p:txBody>
        </p:sp>
      </p:grpSp>
      <p:sp>
        <p:nvSpPr>
          <p:cNvPr id="6" name="Slide Number Placeholder 5">
            <a:extLst>
              <a:ext uri="{FF2B5EF4-FFF2-40B4-BE49-F238E27FC236}">
                <a16:creationId xmlns:a16="http://schemas.microsoft.com/office/drawing/2014/main" id="{C9FD9BC6-28CE-4784-905B-047A70070470}"/>
              </a:ext>
            </a:extLst>
          </p:cNvPr>
          <p:cNvSpPr>
            <a:spLocks noGrp="1"/>
          </p:cNvSpPr>
          <p:nvPr>
            <p:ph type="sldNum" sz="quarter" idx="4"/>
          </p:nvPr>
        </p:nvSpPr>
        <p:spPr>
          <a:xfrm>
            <a:off x="11789767" y="282593"/>
            <a:ext cx="362996" cy="320957"/>
          </a:xfrm>
          <a:prstGeom prst="rect">
            <a:avLst/>
          </a:prstGeom>
        </p:spPr>
        <p:txBody>
          <a:bodyPr vert="horz" lIns="91440" tIns="45720" rIns="91440" bIns="45720" rtlCol="0" anchor="ctr"/>
          <a:lstStyle>
            <a:lvl1pPr algn="ctr">
              <a:defRPr sz="1000" b="1">
                <a:solidFill>
                  <a:schemeClr val="tx1"/>
                </a:solidFill>
                <a:latin typeface="Arial" panose="020B0604020202020204" pitchFamily="34" charset="0"/>
                <a:cs typeface="Arial" panose="020B0604020202020204" pitchFamily="34" charset="0"/>
              </a:defRPr>
            </a:lvl1pPr>
          </a:lstStyle>
          <a:p>
            <a:fld id="{18D83B32-9155-4995-8F45-3D78EEA1AA14}" type="slidenum">
              <a:rPr lang="en-IN" smtClean="0"/>
              <a:pPr/>
              <a:t>‹#›</a:t>
            </a:fld>
            <a:endParaRPr lang="en-IN"/>
          </a:p>
        </p:txBody>
      </p:sp>
    </p:spTree>
    <p:extLst>
      <p:ext uri="{BB962C8B-B14F-4D97-AF65-F5344CB8AC3E}">
        <p14:creationId xmlns:p14="http://schemas.microsoft.com/office/powerpoint/2010/main" val="1008062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723" r:id="rId8"/>
    <p:sldLayoutId id="2147483696" r:id="rId9"/>
    <p:sldLayoutId id="2147483679" r:id="rId10"/>
    <p:sldLayoutId id="2147483678" r:id="rId11"/>
    <p:sldLayoutId id="2147483677" r:id="rId12"/>
    <p:sldLayoutId id="2147483676" r:id="rId13"/>
    <p:sldLayoutId id="2147483675" r:id="rId14"/>
    <p:sldLayoutId id="2147483674" r:id="rId15"/>
    <p:sldLayoutId id="2147483673" r:id="rId16"/>
    <p:sldLayoutId id="2147483672" r:id="rId17"/>
    <p:sldLayoutId id="2147483671" r:id="rId18"/>
    <p:sldLayoutId id="2147483670" r:id="rId19"/>
    <p:sldLayoutId id="2147483669" r:id="rId20"/>
    <p:sldLayoutId id="2147483668" r:id="rId21"/>
    <p:sldLayoutId id="2147483766" r:id="rId22"/>
    <p:sldLayoutId id="2147483664" r:id="rId23"/>
    <p:sldLayoutId id="2147483663" r:id="rId24"/>
    <p:sldLayoutId id="2147483667" r:id="rId25"/>
    <p:sldLayoutId id="2147483662" r:id="rId26"/>
    <p:sldLayoutId id="2147483666" r:id="rId27"/>
    <p:sldLayoutId id="2147483661" r:id="rId28"/>
    <p:sldLayoutId id="2147483660" r:id="rId29"/>
    <p:sldLayoutId id="2147483722" r:id="rId30"/>
    <p:sldLayoutId id="2147483656" r:id="rId31"/>
    <p:sldLayoutId id="2147483657" r:id="rId32"/>
    <p:sldLayoutId id="2147483658" r:id="rId33"/>
    <p:sldLayoutId id="2147483659" r:id="rId34"/>
  </p:sldLayoutIdLst>
  <p:hf hdr="0" ftr="0" dt="0"/>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119" userDrawn="1">
          <p15:clr>
            <a:srgbClr val="F26B43"/>
          </p15:clr>
        </p15:guide>
        <p15:guide id="4" orient="horz" pos="482" userDrawn="1">
          <p15:clr>
            <a:srgbClr val="F26B43"/>
          </p15:clr>
        </p15:guide>
        <p15:guide id="5" orient="horz" pos="4201" userDrawn="1">
          <p15:clr>
            <a:srgbClr val="F26B43"/>
          </p15:clr>
        </p15:guide>
        <p15:guide id="6" orient="horz" pos="4080" userDrawn="1">
          <p15:clr>
            <a:srgbClr val="F26B43"/>
          </p15:clr>
        </p15:guide>
        <p15:guide id="7" pos="121" userDrawn="1">
          <p15:clr>
            <a:srgbClr val="F26B43"/>
          </p15:clr>
        </p15:guide>
        <p15:guide id="8" pos="211" userDrawn="1">
          <p15:clr>
            <a:srgbClr val="F26B43"/>
          </p15:clr>
        </p15:guide>
        <p15:guide id="9" pos="7559" userDrawn="1">
          <p15:clr>
            <a:srgbClr val="F26B43"/>
          </p15:clr>
        </p15:guide>
        <p15:guide id="10" pos="746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5.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5.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5.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5.xml"/><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5.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stationary, writing implement&#10;&#10;Description automatically generated">
            <a:extLst>
              <a:ext uri="{FF2B5EF4-FFF2-40B4-BE49-F238E27FC236}">
                <a16:creationId xmlns:a16="http://schemas.microsoft.com/office/drawing/2014/main" id="{1540AE64-B70D-46E3-881D-B52D24B023BA}"/>
              </a:ext>
            </a:extLst>
          </p:cNvPr>
          <p:cNvPicPr>
            <a:picLocks noGrp="1" noChangeAspect="1"/>
          </p:cNvPicPr>
          <p:nvPr>
            <p:ph type="pic" sz="quarter" idx="17"/>
          </p:nvPr>
        </p:nvPicPr>
        <p:blipFill>
          <a:blip r:embed="rId3" cstate="screen">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a:ext>
            </a:extLst>
          </a:blip>
          <a:srcRect/>
          <a:stretch>
            <a:fillRect/>
          </a:stretch>
        </p:blipFill>
        <p:spPr>
          <a:xfrm>
            <a:off x="-19877" y="0"/>
            <a:ext cx="5277853" cy="6858000"/>
          </a:xfrm>
        </p:spPr>
      </p:pic>
      <p:sp>
        <p:nvSpPr>
          <p:cNvPr id="3" name="Slide Number Placeholder 2">
            <a:extLst>
              <a:ext uri="{FF2B5EF4-FFF2-40B4-BE49-F238E27FC236}">
                <a16:creationId xmlns:a16="http://schemas.microsoft.com/office/drawing/2014/main" id="{57118475-6C51-4B71-BBD3-E6868483E19C}"/>
              </a:ext>
            </a:extLst>
          </p:cNvPr>
          <p:cNvSpPr>
            <a:spLocks noGrp="1"/>
          </p:cNvSpPr>
          <p:nvPr>
            <p:ph type="sldNum" sz="quarter" idx="16"/>
          </p:nvPr>
        </p:nvSpPr>
        <p:spPr/>
        <p:txBody>
          <a:bodyPr/>
          <a:lstStyle/>
          <a:p>
            <a:fld id="{18D83B32-9155-4995-8F45-3D78EEA1AA14}" type="slidenum">
              <a:rPr lang="en-IN" smtClean="0"/>
              <a:pPr/>
              <a:t>1</a:t>
            </a:fld>
            <a:endParaRPr lang="en-IN"/>
          </a:p>
        </p:txBody>
      </p:sp>
      <p:sp>
        <p:nvSpPr>
          <p:cNvPr id="7" name="Rectangle 6">
            <a:extLst>
              <a:ext uri="{FF2B5EF4-FFF2-40B4-BE49-F238E27FC236}">
                <a16:creationId xmlns:a16="http://schemas.microsoft.com/office/drawing/2014/main" id="{1182B8A8-A7E9-42E3-988A-845F66E19AEC}"/>
              </a:ext>
            </a:extLst>
          </p:cNvPr>
          <p:cNvSpPr/>
          <p:nvPr/>
        </p:nvSpPr>
        <p:spPr>
          <a:xfrm>
            <a:off x="2829560" y="2611141"/>
            <a:ext cx="2676407" cy="2406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40611FD-9517-4BB0-807D-338D8BD19813}"/>
              </a:ext>
            </a:extLst>
          </p:cNvPr>
          <p:cNvSpPr>
            <a:spLocks noGrp="1"/>
          </p:cNvSpPr>
          <p:nvPr>
            <p:ph type="title"/>
          </p:nvPr>
        </p:nvSpPr>
        <p:spPr>
          <a:xfrm>
            <a:off x="5662779" y="2877932"/>
            <a:ext cx="4589236" cy="1567712"/>
          </a:xfrm>
        </p:spPr>
        <p:txBody>
          <a:bodyPr>
            <a:normAutofit/>
          </a:bodyPr>
          <a:lstStyle/>
          <a:p>
            <a:r>
              <a:rPr lang="en-US" sz="4400">
                <a:solidFill>
                  <a:srgbClr val="002060"/>
                </a:solidFill>
                <a:latin typeface="+mn-lt"/>
                <a:ea typeface="+mn-ea"/>
                <a:cs typeface="Arial"/>
              </a:rPr>
              <a:t>GIVE NGO</a:t>
            </a:r>
            <a:endParaRPr lang="en-US" sz="4400">
              <a:ea typeface="+mn-ea"/>
            </a:endParaRPr>
          </a:p>
        </p:txBody>
      </p:sp>
      <p:pic>
        <p:nvPicPr>
          <p:cNvPr id="5" name="Picture 4">
            <a:extLst>
              <a:ext uri="{FF2B5EF4-FFF2-40B4-BE49-F238E27FC236}">
                <a16:creationId xmlns:a16="http://schemas.microsoft.com/office/drawing/2014/main" id="{D511250B-D485-F62F-3039-122E37487AEB}"/>
              </a:ext>
            </a:extLst>
          </p:cNvPr>
          <p:cNvPicPr>
            <a:picLocks noChangeAspect="1"/>
          </p:cNvPicPr>
          <p:nvPr/>
        </p:nvPicPr>
        <p:blipFill>
          <a:blip r:embed="rId5"/>
          <a:stretch>
            <a:fillRect/>
          </a:stretch>
        </p:blipFill>
        <p:spPr>
          <a:xfrm>
            <a:off x="1733008" y="1950668"/>
            <a:ext cx="3530489" cy="3532586"/>
          </a:xfrm>
          <a:prstGeom prst="rect">
            <a:avLst/>
          </a:prstGeom>
        </p:spPr>
      </p:pic>
    </p:spTree>
    <p:extLst>
      <p:ext uri="{BB962C8B-B14F-4D97-AF65-F5344CB8AC3E}">
        <p14:creationId xmlns:p14="http://schemas.microsoft.com/office/powerpoint/2010/main" val="1548171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cstate="hqprint">
            <a:extLst>
              <a:ext uri="{28A0092B-C50C-407E-A947-70E740481C1C}">
                <a14:useLocalDpi xmlns:a14="http://schemas.microsoft.com/office/drawing/2010/main" val="0"/>
              </a:ext>
            </a:extLst>
          </a:blip>
          <a:srcRect/>
          <a:stretch/>
        </p:blipFill>
        <p:spPr>
          <a:xfrm>
            <a:off x="9961243" y="2254240"/>
            <a:ext cx="1566091" cy="1566091"/>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89540" y="878925"/>
            <a:ext cx="1566091" cy="1566091"/>
          </a:xfrm>
        </p:spPr>
      </p:pic>
      <p:pic>
        <p:nvPicPr>
          <p:cNvPr id="10" name="Picture Placeholder 9" descr="A person in a blue shirt&#10;&#10;Description automatically generated">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srcRect/>
          <a:stretch/>
        </p:blipFill>
        <p:spPr>
          <a:xfrm>
            <a:off x="557656" y="4332243"/>
            <a:ext cx="1560809" cy="1538877"/>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normAutofit/>
          </a:bodyPr>
          <a:lstStyle/>
          <a:p>
            <a:r>
              <a:rPr lang="en-US">
                <a:solidFill>
                  <a:srgbClr val="002060"/>
                </a:solidFill>
                <a:latin typeface="+mn-lt"/>
                <a:cs typeface="Times New Roman"/>
              </a:rPr>
              <a:t>Our Team (1/6)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dirty="0" smtClean="0"/>
              <a:pPr/>
              <a:t>2</a:t>
            </a:fld>
            <a:endParaRPr lang="en-IN" dirty="0"/>
          </a:p>
        </p:txBody>
      </p:sp>
      <p:grpSp>
        <p:nvGrpSpPr>
          <p:cNvPr id="13" name="Group 12">
            <a:extLst>
              <a:ext uri="{FF2B5EF4-FFF2-40B4-BE49-F238E27FC236}">
                <a16:creationId xmlns:a16="http://schemas.microsoft.com/office/drawing/2014/main" id="{B6341F60-2187-49A3-B838-BE8981C6D4AF}"/>
              </a:ext>
            </a:extLst>
          </p:cNvPr>
          <p:cNvGrpSpPr/>
          <p:nvPr/>
        </p:nvGrpSpPr>
        <p:grpSpPr>
          <a:xfrm>
            <a:off x="252529" y="771675"/>
            <a:ext cx="8108303" cy="1779990"/>
            <a:chOff x="221363" y="900330"/>
            <a:chExt cx="8108303" cy="1779990"/>
          </a:xfrm>
        </p:grpSpPr>
        <p:grpSp>
          <p:nvGrpSpPr>
            <p:cNvPr id="14" name="Group 13">
              <a:extLst>
                <a:ext uri="{FF2B5EF4-FFF2-40B4-BE49-F238E27FC236}">
                  <a16:creationId xmlns:a16="http://schemas.microsoft.com/office/drawing/2014/main" id="{98956510-7547-4C78-8634-4692B60051E9}"/>
                </a:ext>
              </a:extLst>
            </p:cNvPr>
            <p:cNvGrpSpPr/>
            <p:nvPr/>
          </p:nvGrpSpPr>
          <p:grpSpPr>
            <a:xfrm>
              <a:off x="1339305" y="1110485"/>
              <a:ext cx="6990361" cy="1569835"/>
              <a:chOff x="1339305" y="1110485"/>
              <a:chExt cx="6990361" cy="1569835"/>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383045" y="1110485"/>
                <a:ext cx="5946621" cy="1294876"/>
                <a:chOff x="6309548" y="1221216"/>
                <a:chExt cx="5946621" cy="1294876"/>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6309548" y="1869761"/>
                  <a:ext cx="5946621" cy="646331"/>
                </a:xfrm>
                <a:prstGeom prst="rect">
                  <a:avLst/>
                </a:prstGeom>
                <a:noFill/>
              </p:spPr>
              <p:txBody>
                <a:bodyPr wrap="square" rtlCol="0" anchor="t">
                  <a:spAutoFit/>
                </a:bodyPr>
                <a:lstStyle/>
                <a:p>
                  <a:pPr algn="just">
                    <a:buClr>
                      <a:prstClr val="black">
                        <a:lumMod val="65000"/>
                        <a:lumOff val="35000"/>
                      </a:prstClr>
                    </a:buClr>
                    <a:buSzPct val="150000"/>
                  </a:pPr>
                  <a:r>
                    <a:rPr lang="en-US" sz="1200" dirty="0">
                      <a:solidFill>
                        <a:schemeClr val="accent4"/>
                      </a:solidFill>
                      <a:cs typeface="Arial" panose="020B0604020202020204" pitchFamily="34" charset="0"/>
                    </a:rPr>
                    <a:t>Satya leverages a rich 25-year background in the software industry to spearhead initiatives focused on empowering the youth and women in rural areas through technology-driven education and a deep understanding of rural socio-economic landscapes.</a:t>
                  </a:r>
                </a:p>
              </p:txBody>
            </p:sp>
            <p:sp>
              <p:nvSpPr>
                <p:cNvPr id="19" name="TextBox 18">
                  <a:extLst>
                    <a:ext uri="{FF2B5EF4-FFF2-40B4-BE49-F238E27FC236}">
                      <a16:creationId xmlns:a16="http://schemas.microsoft.com/office/drawing/2014/main" id="{DBB3CD44-1B27-4019-BDE5-AA9939DA80AC}"/>
                    </a:ext>
                  </a:extLst>
                </p:cNvPr>
                <p:cNvSpPr txBox="1"/>
                <p:nvPr/>
              </p:nvSpPr>
              <p:spPr>
                <a:xfrm>
                  <a:off x="6309548" y="1221216"/>
                  <a:ext cx="2818301" cy="338554"/>
                </a:xfrm>
                <a:prstGeom prst="rect">
                  <a:avLst/>
                </a:prstGeom>
                <a:noFill/>
              </p:spPr>
              <p:txBody>
                <a:bodyPr wrap="square" rtlCol="0" anchor="ctr">
                  <a:spAutoFit/>
                </a:bodyPr>
                <a:lstStyle/>
                <a:p>
                  <a:r>
                    <a:rPr lang="en-US" sz="1600" b="1" dirty="0">
                      <a:solidFill>
                        <a:srgbClr val="002060"/>
                      </a:solidFill>
                      <a:latin typeface="Arial" panose="020B0604020202020204" pitchFamily="34" charset="0"/>
                      <a:cs typeface="Arial" panose="020B0604020202020204" pitchFamily="34" charset="0"/>
                    </a:rPr>
                    <a:t>Satya </a:t>
                  </a:r>
                  <a:r>
                    <a:rPr lang="en-US" sz="1600" b="1" dirty="0" err="1">
                      <a:solidFill>
                        <a:srgbClr val="002060"/>
                      </a:solidFill>
                      <a:latin typeface="Arial" panose="020B0604020202020204" pitchFamily="34" charset="0"/>
                      <a:cs typeface="Arial" panose="020B0604020202020204" pitchFamily="34" charset="0"/>
                    </a:rPr>
                    <a:t>Rapelly</a:t>
                  </a:r>
                </a:p>
              </p:txBody>
            </p:sp>
            <p:sp>
              <p:nvSpPr>
                <p:cNvPr id="20" name="TextBox 19">
                  <a:extLst>
                    <a:ext uri="{FF2B5EF4-FFF2-40B4-BE49-F238E27FC236}">
                      <a16:creationId xmlns:a16="http://schemas.microsoft.com/office/drawing/2014/main" id="{569C7361-801C-4069-AE31-98005FF6C29E}"/>
                    </a:ext>
                  </a:extLst>
                </p:cNvPr>
                <p:cNvSpPr txBox="1"/>
                <p:nvPr/>
              </p:nvSpPr>
              <p:spPr>
                <a:xfrm>
                  <a:off x="6309548" y="1517269"/>
                  <a:ext cx="3032857" cy="292388"/>
                </a:xfrm>
                <a:prstGeom prst="rect">
                  <a:avLst/>
                </a:prstGeom>
                <a:noFill/>
              </p:spPr>
              <p:txBody>
                <a:bodyPr wrap="square" rtlCol="0" anchor="ctr">
                  <a:spAutoFit/>
                </a:bodyPr>
                <a:lstStyle/>
                <a:p>
                  <a:r>
                    <a:rPr lang="en-US" sz="1300" dirty="0">
                      <a:solidFill>
                        <a:srgbClr val="002060"/>
                      </a:solidFill>
                      <a:latin typeface="+mj-lt"/>
                      <a:cs typeface="Arial" panose="020B0604020202020204" pitchFamily="34" charset="0"/>
                    </a:rPr>
                    <a:t>Founder &amp; President, Give NGO </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Arc 14">
              <a:extLst>
                <a:ext uri="{FF2B5EF4-FFF2-40B4-BE49-F238E27FC236}">
                  <a16:creationId xmlns:a16="http://schemas.microsoft.com/office/drawing/2014/main" id="{623555D3-3269-4819-A346-ACCD5A62C38B}"/>
                </a:ext>
              </a:extLst>
            </p:cNvPr>
            <p:cNvSpPr/>
            <p:nvPr/>
          </p:nvSpPr>
          <p:spPr>
            <a:xfrm>
              <a:off x="221363" y="900330"/>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248278"/>
            <a:ext cx="7928177" cy="1779308"/>
            <a:chOff x="506500" y="4612067"/>
            <a:chExt cx="7928177" cy="1779308"/>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658158"/>
              <a:ext cx="7084176" cy="1732829"/>
              <a:chOff x="1350501" y="4658158"/>
              <a:chExt cx="7084176" cy="1732829"/>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549167" y="4658158"/>
                <a:ext cx="5885510" cy="1497473"/>
                <a:chOff x="6475670" y="1057152"/>
                <a:chExt cx="5885510" cy="1497473"/>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475670" y="1615906"/>
                  <a:ext cx="5885510" cy="938719"/>
                </a:xfrm>
                <a:prstGeom prst="rect">
                  <a:avLst/>
                </a:prstGeom>
                <a:noFill/>
              </p:spPr>
              <p:txBody>
                <a:bodyPr wrap="square" rtlCol="0" anchor="t">
                  <a:spAutoFit/>
                </a:bodyPr>
                <a:lstStyle/>
                <a:p>
                  <a:pPr algn="just">
                    <a:buClr>
                      <a:prstClr val="black">
                        <a:lumMod val="65000"/>
                        <a:lumOff val="35000"/>
                      </a:prstClr>
                    </a:buClr>
                    <a:buSzPct val="150000"/>
                  </a:pPr>
                  <a:r>
                    <a:rPr lang="en-US" sz="1100" dirty="0">
                      <a:solidFill>
                        <a:srgbClr val="374151"/>
                      </a:solidFill>
                    </a:rPr>
                    <a:t>S</a:t>
                  </a:r>
                  <a:r>
                    <a:rPr lang="en-US" sz="1100" b="0" i="0" dirty="0">
                      <a:solidFill>
                        <a:srgbClr val="374151"/>
                      </a:solidFill>
                      <a:effectLst/>
                    </a:rPr>
                    <a:t>teering the onshore operations in the USA as the Director for "Give For Society," brings forth a prolific career grounded in a decade of experience in the banking sector at national banks in India. A holder of a Master's degree in Business and Data Science, he pairs his corporate acumen with philanthropy, notably in child education and upskilling initiatives, constantly driven by a rich understanding of diverse socio-economic backgrounds.</a:t>
                  </a:r>
                  <a:endParaRPr lang="en-US" sz="1100" dirty="0">
                    <a:solidFill>
                      <a:schemeClr val="accent4"/>
                    </a:solidFill>
                    <a:cs typeface="Arial" panose="020B0604020202020204" pitchFamily="34" charset="0"/>
                  </a:endParaRPr>
                </a:p>
              </p:txBody>
            </p:sp>
            <p:sp>
              <p:nvSpPr>
                <p:cNvPr id="27" name="TextBox 26">
                  <a:extLst>
                    <a:ext uri="{FF2B5EF4-FFF2-40B4-BE49-F238E27FC236}">
                      <a16:creationId xmlns:a16="http://schemas.microsoft.com/office/drawing/2014/main" id="{BC292639-E605-4185-8C5C-BA6220CF0820}"/>
                    </a:ext>
                  </a:extLst>
                </p:cNvPr>
                <p:cNvSpPr txBox="1"/>
                <p:nvPr/>
              </p:nvSpPr>
              <p:spPr>
                <a:xfrm>
                  <a:off x="6486526" y="1057152"/>
                  <a:ext cx="2818301" cy="338554"/>
                </a:xfrm>
                <a:prstGeom prst="rect">
                  <a:avLst/>
                </a:prstGeom>
                <a:noFill/>
              </p:spPr>
              <p:txBody>
                <a:bodyPr wrap="square" lIns="91440" tIns="45720" rIns="91440" bIns="45720" rtlCol="0" anchor="ctr">
                  <a:spAutoFit/>
                </a:bodyPr>
                <a:lstStyle/>
                <a:p>
                  <a:r>
                    <a:rPr lang="en-US" sz="1600" b="1" i="0" err="1">
                      <a:solidFill>
                        <a:srgbClr val="002060"/>
                      </a:solidFill>
                      <a:effectLst/>
                    </a:rPr>
                    <a:t>Sajesh</a:t>
                  </a:r>
                  <a:r>
                    <a:rPr lang="en-US" sz="1600" b="1" i="0">
                      <a:solidFill>
                        <a:srgbClr val="002060"/>
                      </a:solidFill>
                      <a:effectLst/>
                    </a:rPr>
                    <a:t> Rao </a:t>
                  </a:r>
                  <a:r>
                    <a:rPr lang="en-US" sz="1600" b="1" err="1">
                      <a:solidFill>
                        <a:srgbClr val="002060"/>
                      </a:solidFill>
                    </a:rPr>
                    <a:t>Erabelli</a:t>
                  </a:r>
                  <a:endParaRPr lang="en-US" sz="1600" b="1">
                    <a:solidFill>
                      <a:srgbClr val="002060"/>
                    </a:solidFill>
                    <a:cs typeface="Arial" panose="020B0604020202020204" pitchFamily="34" charset="0"/>
                  </a:endParaRPr>
                </a:p>
              </p:txBody>
            </p:sp>
            <p:sp>
              <p:nvSpPr>
                <p:cNvPr id="28" name="TextBox 27">
                  <a:extLst>
                    <a:ext uri="{FF2B5EF4-FFF2-40B4-BE49-F238E27FC236}">
                      <a16:creationId xmlns:a16="http://schemas.microsoft.com/office/drawing/2014/main" id="{226DF062-0342-43A6-868D-9B4525D9D349}"/>
                    </a:ext>
                  </a:extLst>
                </p:cNvPr>
                <p:cNvSpPr txBox="1"/>
                <p:nvPr/>
              </p:nvSpPr>
              <p:spPr>
                <a:xfrm>
                  <a:off x="6475670" y="1295808"/>
                  <a:ext cx="3505420" cy="292388"/>
                </a:xfrm>
                <a:prstGeom prst="rect">
                  <a:avLst/>
                </a:prstGeom>
                <a:noFill/>
              </p:spPr>
              <p:txBody>
                <a:bodyPr wrap="square" lIns="91440" tIns="45720" rIns="91440" bIns="45720" rtlCol="0" anchor="ctr">
                  <a:spAutoFit/>
                </a:bodyPr>
                <a:lstStyle/>
                <a:p>
                  <a:r>
                    <a:rPr lang="en-US" sz="1300">
                      <a:solidFill>
                        <a:srgbClr val="002060"/>
                      </a:solidFill>
                      <a:latin typeface="+mj-lt"/>
                      <a:cs typeface="Arial"/>
                    </a:rPr>
                    <a:t>Project Lead – Financial Operations</a:t>
                  </a:r>
                  <a:endParaRPr lang="en-US" sz="1300">
                    <a:solidFill>
                      <a:srgbClr val="002060"/>
                    </a:solidFill>
                    <a:latin typeface="+mj-lt"/>
                    <a:cs typeface="Arial" panose="020B0604020202020204" pitchFamily="34" charset="0"/>
                  </a:endParaRP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1524001" y="2112438"/>
            <a:ext cx="10083799" cy="1860880"/>
            <a:chOff x="4291804" y="2756199"/>
            <a:chExt cx="7311701" cy="1780175"/>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291804" y="3150556"/>
              <a:ext cx="6386732" cy="1385818"/>
              <a:chOff x="4291804" y="3150556"/>
              <a:chExt cx="6386732" cy="1385818"/>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5920778" y="3150556"/>
                <a:ext cx="4201294" cy="1358268"/>
                <a:chOff x="5914436" y="1405418"/>
                <a:chExt cx="4201294" cy="1358268"/>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5914436" y="1865679"/>
                  <a:ext cx="4201294" cy="898007"/>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chemeClr val="accent4"/>
                      </a:solidFill>
                      <a:cs typeface="Arial" panose="020B0604020202020204" pitchFamily="34" charset="0"/>
                    </a:rPr>
                    <a:t>Holding a Doctorate in Sociology from Jawaharlal Nehru University (JNU), New Delhi, and serving as an Assistant Professor at various renowned institutions including the Government of Delhi, she brings a wealth of academic insight and dedication to empowering women through educational avenues. Based in Delhi, Dr. Valentina is deeply committed to fostering socio-economic growth and uplifting communities.</a:t>
                  </a:r>
                </a:p>
              </p:txBody>
            </p:sp>
            <p:sp>
              <p:nvSpPr>
                <p:cNvPr id="35" name="TextBox 34">
                  <a:extLst>
                    <a:ext uri="{FF2B5EF4-FFF2-40B4-BE49-F238E27FC236}">
                      <a16:creationId xmlns:a16="http://schemas.microsoft.com/office/drawing/2014/main" id="{95E5F4E1-92F6-48E9-B2C7-468628CB2885}"/>
                    </a:ext>
                  </a:extLst>
                </p:cNvPr>
                <p:cNvSpPr txBox="1"/>
                <p:nvPr/>
              </p:nvSpPr>
              <p:spPr>
                <a:xfrm>
                  <a:off x="5936103" y="1405418"/>
                  <a:ext cx="1566464" cy="323871"/>
                </a:xfrm>
                <a:prstGeom prst="rect">
                  <a:avLst/>
                </a:prstGeom>
                <a:noFill/>
              </p:spPr>
              <p:txBody>
                <a:bodyPr wrap="square" rtlCol="0" anchor="ctr">
                  <a:spAutoFit/>
                </a:bodyPr>
                <a:lstStyle/>
                <a:p>
                  <a:pPr algn="r"/>
                  <a:r>
                    <a:rPr lang="en-US" sz="1600" b="1" dirty="0">
                      <a:solidFill>
                        <a:srgbClr val="002060"/>
                      </a:solidFill>
                      <a:cs typeface="Arial" panose="020B0604020202020204" pitchFamily="34" charset="0"/>
                    </a:rPr>
                    <a:t>Sunitha Madhav</a:t>
                  </a:r>
                </a:p>
              </p:txBody>
            </p:sp>
            <p:sp>
              <p:nvSpPr>
                <p:cNvPr id="36" name="TextBox 35">
                  <a:extLst>
                    <a:ext uri="{FF2B5EF4-FFF2-40B4-BE49-F238E27FC236}">
                      <a16:creationId xmlns:a16="http://schemas.microsoft.com/office/drawing/2014/main" id="{DA453576-0CB0-4501-A990-57639BDDDD4F}"/>
                    </a:ext>
                  </a:extLst>
                </p:cNvPr>
                <p:cNvSpPr txBox="1"/>
                <p:nvPr/>
              </p:nvSpPr>
              <p:spPr>
                <a:xfrm>
                  <a:off x="5914436" y="1622674"/>
                  <a:ext cx="2499357" cy="279707"/>
                </a:xfrm>
                <a:prstGeom prst="rect">
                  <a:avLst/>
                </a:prstGeom>
                <a:noFill/>
              </p:spPr>
              <p:txBody>
                <a:bodyPr wrap="square" rtlCol="0" anchor="ctr">
                  <a:spAutoFit/>
                </a:bodyPr>
                <a:lstStyle/>
                <a:p>
                  <a:pPr algn="r"/>
                  <a:r>
                    <a:rPr lang="en-US" sz="1300" dirty="0">
                      <a:solidFill>
                        <a:srgbClr val="002060"/>
                      </a:solidFill>
                      <a:latin typeface="+mj-lt"/>
                      <a:cs typeface="Arial" panose="020B0604020202020204" pitchFamily="34" charset="0"/>
                    </a:rPr>
                    <a:t>Women Wing - Operations and Coordinator</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Tree>
    <p:extLst>
      <p:ext uri="{BB962C8B-B14F-4D97-AF65-F5344CB8AC3E}">
        <p14:creationId xmlns:p14="http://schemas.microsoft.com/office/powerpoint/2010/main" val="2800142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9961243" y="2254240"/>
            <a:ext cx="1566091" cy="1566091"/>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89540" y="878925"/>
            <a:ext cx="1566091" cy="1566091"/>
          </a:xfrm>
        </p:spPr>
      </p:pic>
      <p:pic>
        <p:nvPicPr>
          <p:cNvPr id="10" name="Picture Placeholder 9">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srcRect/>
          <a:stretch/>
        </p:blipFill>
        <p:spPr>
          <a:xfrm>
            <a:off x="466570" y="4366260"/>
            <a:ext cx="1566091" cy="1566091"/>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normAutofit/>
          </a:bodyPr>
          <a:lstStyle/>
          <a:p>
            <a:r>
              <a:rPr lang="en-US">
                <a:solidFill>
                  <a:srgbClr val="002060"/>
                </a:solidFill>
                <a:latin typeface="+mn-lt"/>
                <a:cs typeface="Times New Roman"/>
              </a:rPr>
              <a:t>Our Team (2/6)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smtClean="0"/>
              <a:pPr/>
              <a:t>3</a:t>
            </a:fld>
            <a:endParaRPr lang="en-IN"/>
          </a:p>
        </p:txBody>
      </p:sp>
      <p:grpSp>
        <p:nvGrpSpPr>
          <p:cNvPr id="13" name="Group 12">
            <a:extLst>
              <a:ext uri="{FF2B5EF4-FFF2-40B4-BE49-F238E27FC236}">
                <a16:creationId xmlns:a16="http://schemas.microsoft.com/office/drawing/2014/main" id="{B6341F60-2187-49A3-B838-BE8981C6D4AF}"/>
              </a:ext>
            </a:extLst>
          </p:cNvPr>
          <p:cNvGrpSpPr/>
          <p:nvPr/>
        </p:nvGrpSpPr>
        <p:grpSpPr>
          <a:xfrm>
            <a:off x="252529" y="771675"/>
            <a:ext cx="8108303" cy="1779990"/>
            <a:chOff x="221363" y="900330"/>
            <a:chExt cx="8108303" cy="1779990"/>
          </a:xfrm>
        </p:grpSpPr>
        <p:grpSp>
          <p:nvGrpSpPr>
            <p:cNvPr id="14" name="Group 13">
              <a:extLst>
                <a:ext uri="{FF2B5EF4-FFF2-40B4-BE49-F238E27FC236}">
                  <a16:creationId xmlns:a16="http://schemas.microsoft.com/office/drawing/2014/main" id="{98956510-7547-4C78-8634-4692B60051E9}"/>
                </a:ext>
              </a:extLst>
            </p:cNvPr>
            <p:cNvGrpSpPr/>
            <p:nvPr/>
          </p:nvGrpSpPr>
          <p:grpSpPr>
            <a:xfrm>
              <a:off x="1339305" y="1110485"/>
              <a:ext cx="6990361" cy="1569835"/>
              <a:chOff x="1339305" y="1110485"/>
              <a:chExt cx="6990361" cy="1569835"/>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383045" y="1110485"/>
                <a:ext cx="5946621" cy="1294876"/>
                <a:chOff x="6309548" y="1221216"/>
                <a:chExt cx="5946621" cy="1294876"/>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6309548" y="1869761"/>
                  <a:ext cx="5946621" cy="646331"/>
                </a:xfrm>
                <a:prstGeom prst="rect">
                  <a:avLst/>
                </a:prstGeom>
                <a:noFill/>
              </p:spPr>
              <p:txBody>
                <a:bodyPr wrap="square" rtlCol="0" anchor="t">
                  <a:spAutoFit/>
                </a:bodyPr>
                <a:lstStyle/>
                <a:p>
                  <a:pPr algn="just"/>
                  <a:r>
                    <a:rPr lang="en-US" sz="1200" b="0" i="0">
                      <a:solidFill>
                        <a:srgbClr val="374151"/>
                      </a:solidFill>
                      <a:effectLst/>
                    </a:rPr>
                    <a:t>Holding a Master's in Computer Science and a rich history working in MNCs, Mr. Balu leverages his understanding of rural socio-economic backgrounds to spearhead technological advancements in education through CDLC, fostering empowerment in rural communities.</a:t>
                  </a:r>
                </a:p>
              </p:txBody>
            </p:sp>
            <p:sp>
              <p:nvSpPr>
                <p:cNvPr id="19" name="TextBox 18">
                  <a:extLst>
                    <a:ext uri="{FF2B5EF4-FFF2-40B4-BE49-F238E27FC236}">
                      <a16:creationId xmlns:a16="http://schemas.microsoft.com/office/drawing/2014/main" id="{DBB3CD44-1B27-4019-BDE5-AA9939DA80AC}"/>
                    </a:ext>
                  </a:extLst>
                </p:cNvPr>
                <p:cNvSpPr txBox="1"/>
                <p:nvPr/>
              </p:nvSpPr>
              <p:spPr>
                <a:xfrm>
                  <a:off x="6309548" y="1221216"/>
                  <a:ext cx="2818301" cy="338554"/>
                </a:xfrm>
                <a:prstGeom prst="rect">
                  <a:avLst/>
                </a:prstGeom>
                <a:noFill/>
              </p:spPr>
              <p:txBody>
                <a:bodyPr wrap="square" rtlCol="0" anchor="ctr">
                  <a:spAutoFit/>
                </a:bodyPr>
                <a:lstStyle/>
                <a:p>
                  <a:r>
                    <a:rPr lang="en-US" sz="1600" b="1" i="0">
                      <a:solidFill>
                        <a:srgbClr val="002060"/>
                      </a:solidFill>
                      <a:effectLst/>
                    </a:rPr>
                    <a:t>Balu </a:t>
                  </a:r>
                  <a:r>
                    <a:rPr lang="en-US" sz="1600" b="1" i="0" err="1">
                      <a:solidFill>
                        <a:srgbClr val="002060"/>
                      </a:solidFill>
                      <a:effectLst/>
                    </a:rPr>
                    <a:t>Chedurupally</a:t>
                  </a:r>
                  <a:endParaRPr lang="en-US" sz="1600" b="0" i="0">
                    <a:solidFill>
                      <a:srgbClr val="002060"/>
                    </a:solidFill>
                    <a:effectLst/>
                  </a:endParaRPr>
                </a:p>
              </p:txBody>
            </p:sp>
            <p:sp>
              <p:nvSpPr>
                <p:cNvPr id="20" name="TextBox 19">
                  <a:extLst>
                    <a:ext uri="{FF2B5EF4-FFF2-40B4-BE49-F238E27FC236}">
                      <a16:creationId xmlns:a16="http://schemas.microsoft.com/office/drawing/2014/main" id="{569C7361-801C-4069-AE31-98005FF6C29E}"/>
                    </a:ext>
                  </a:extLst>
                </p:cNvPr>
                <p:cNvSpPr txBox="1"/>
                <p:nvPr/>
              </p:nvSpPr>
              <p:spPr>
                <a:xfrm>
                  <a:off x="6309548" y="1517269"/>
                  <a:ext cx="3032857" cy="292388"/>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Engineer, Give NGO, USA</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Arc 14">
              <a:extLst>
                <a:ext uri="{FF2B5EF4-FFF2-40B4-BE49-F238E27FC236}">
                  <a16:creationId xmlns:a16="http://schemas.microsoft.com/office/drawing/2014/main" id="{623555D3-3269-4819-A346-ACCD5A62C38B}"/>
                </a:ext>
              </a:extLst>
            </p:cNvPr>
            <p:cNvSpPr/>
            <p:nvPr/>
          </p:nvSpPr>
          <p:spPr>
            <a:xfrm>
              <a:off x="221363" y="900330"/>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248278"/>
            <a:ext cx="7928177" cy="1779308"/>
            <a:chOff x="506500" y="4612067"/>
            <a:chExt cx="7928177" cy="1779308"/>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658158"/>
              <a:ext cx="7084176" cy="1732829"/>
              <a:chOff x="1350501" y="4658158"/>
              <a:chExt cx="7084176" cy="1732829"/>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549167" y="4658158"/>
                <a:ext cx="5885510" cy="1497473"/>
                <a:chOff x="6475670" y="1057152"/>
                <a:chExt cx="5885510" cy="1497473"/>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475670" y="1615906"/>
                  <a:ext cx="5885510" cy="938719"/>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latin typeface="Söhne"/>
                    </a:rPr>
                    <a:t>A master in computer science with extensive experience in IT software development, Mr. Venu Madhav </a:t>
                  </a:r>
                  <a:r>
                    <a:rPr lang="en-US" sz="1100" b="0" i="0" err="1">
                      <a:solidFill>
                        <a:srgbClr val="374151"/>
                      </a:solidFill>
                      <a:effectLst/>
                      <a:latin typeface="Söhne"/>
                    </a:rPr>
                    <a:t>Mamidoju</a:t>
                  </a:r>
                  <a:r>
                    <a:rPr lang="en-US" sz="1100" b="0" i="0">
                      <a:solidFill>
                        <a:srgbClr val="374151"/>
                      </a:solidFill>
                      <a:effectLst/>
                      <a:latin typeface="Söhne"/>
                    </a:rPr>
                    <a:t> combines his technical expertise with a deep understanding of rural educational and livelihood challenges. As the Director of Onshore Operations, he spearheads initiatives to empower youth, driving innovation and applying practical insights to enhance the CDLC project. His vision and commitment are instrumental in steering the project towards success</a:t>
                  </a:r>
                  <a:endParaRPr lang="en-US" sz="1100">
                    <a:solidFill>
                      <a:schemeClr val="accent4"/>
                    </a:solidFill>
                    <a:cs typeface="Arial" panose="020B0604020202020204" pitchFamily="34" charset="0"/>
                  </a:endParaRPr>
                </a:p>
              </p:txBody>
            </p:sp>
            <p:sp>
              <p:nvSpPr>
                <p:cNvPr id="27" name="TextBox 26">
                  <a:extLst>
                    <a:ext uri="{FF2B5EF4-FFF2-40B4-BE49-F238E27FC236}">
                      <a16:creationId xmlns:a16="http://schemas.microsoft.com/office/drawing/2014/main" id="{BC292639-E605-4185-8C5C-BA6220CF0820}"/>
                    </a:ext>
                  </a:extLst>
                </p:cNvPr>
                <p:cNvSpPr txBox="1"/>
                <p:nvPr/>
              </p:nvSpPr>
              <p:spPr>
                <a:xfrm>
                  <a:off x="6486526" y="1057152"/>
                  <a:ext cx="2818301" cy="338554"/>
                </a:xfrm>
                <a:prstGeom prst="rect">
                  <a:avLst/>
                </a:prstGeom>
                <a:noFill/>
              </p:spPr>
              <p:txBody>
                <a:bodyPr wrap="square" lIns="91440" tIns="45720" rIns="91440" bIns="45720" rtlCol="0" anchor="ctr">
                  <a:spAutoFit/>
                </a:bodyPr>
                <a:lstStyle/>
                <a:p>
                  <a:r>
                    <a:rPr lang="en-US" sz="1600" b="1" i="0">
                      <a:solidFill>
                        <a:srgbClr val="002060"/>
                      </a:solidFill>
                      <a:effectLst/>
                      <a:latin typeface="Söhne"/>
                    </a:rPr>
                    <a:t>Venu Madhav </a:t>
                  </a:r>
                  <a:r>
                    <a:rPr lang="en-US" sz="1600" b="1" i="0" err="1">
                      <a:solidFill>
                        <a:srgbClr val="002060"/>
                      </a:solidFill>
                      <a:effectLst/>
                      <a:latin typeface="Söhne"/>
                    </a:rPr>
                    <a:t>Mamidoju</a:t>
                  </a:r>
                  <a:r>
                    <a:rPr lang="en-US" sz="1600" b="1" i="0">
                      <a:solidFill>
                        <a:srgbClr val="002060"/>
                      </a:solidFill>
                      <a:effectLst/>
                      <a:latin typeface="Söhne"/>
                    </a:rPr>
                    <a:t> –USA</a:t>
                  </a:r>
                  <a:endParaRPr lang="en-US" sz="1600" b="1">
                    <a:solidFill>
                      <a:srgbClr val="002060"/>
                    </a:solidFill>
                    <a:cs typeface="Arial" panose="020B0604020202020204" pitchFamily="34" charset="0"/>
                  </a:endParaRPr>
                </a:p>
              </p:txBody>
            </p:sp>
            <p:sp>
              <p:nvSpPr>
                <p:cNvPr id="28" name="TextBox 27">
                  <a:extLst>
                    <a:ext uri="{FF2B5EF4-FFF2-40B4-BE49-F238E27FC236}">
                      <a16:creationId xmlns:a16="http://schemas.microsoft.com/office/drawing/2014/main" id="{226DF062-0342-43A6-868D-9B4525D9D349}"/>
                    </a:ext>
                  </a:extLst>
                </p:cNvPr>
                <p:cNvSpPr txBox="1"/>
                <p:nvPr/>
              </p:nvSpPr>
              <p:spPr>
                <a:xfrm>
                  <a:off x="6486523" y="1319529"/>
                  <a:ext cx="3907932" cy="292388"/>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Director of Onshore Operations, GIVE NGO, USA</a:t>
                  </a: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1524001" y="2194008"/>
            <a:ext cx="10083799" cy="1779309"/>
            <a:chOff x="4291804" y="2756199"/>
            <a:chExt cx="7311701" cy="1780175"/>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291804" y="3165277"/>
              <a:ext cx="6386732" cy="1371097"/>
              <a:chOff x="4291804" y="3165277"/>
              <a:chExt cx="6386732" cy="1371097"/>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5920778" y="3165277"/>
                <a:ext cx="4201294" cy="1343547"/>
                <a:chOff x="5914436" y="1420139"/>
                <a:chExt cx="4201294" cy="1343547"/>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5914436" y="1865679"/>
                  <a:ext cx="4201294" cy="898007"/>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latin typeface="Söhne"/>
                    </a:rPr>
                    <a:t>Mr. Rajnish Reddy Karla leverages his experience from working at MNCs to benefit the </a:t>
                  </a:r>
                  <a:r>
                    <a:rPr lang="en-US" sz="1100" b="0" i="0" err="1">
                      <a:solidFill>
                        <a:srgbClr val="374151"/>
                      </a:solidFill>
                      <a:effectLst/>
                      <a:latin typeface="Söhne"/>
                    </a:rPr>
                    <a:t>GiveForSociety</a:t>
                  </a:r>
                  <a:r>
                    <a:rPr lang="en-US" sz="1100" b="0" i="0">
                      <a:solidFill>
                        <a:srgbClr val="374151"/>
                      </a:solidFill>
                      <a:effectLst/>
                      <a:latin typeface="Söhne"/>
                    </a:rPr>
                    <a:t> Foundation. His background in project management and technical ideation, paired with deep knowledge of the socio-economic challenges in rural areas, is pivotal in crafting effective strategies for educational upliftment. Rajnish is dedicated to utilizing innovative solutions to enhance education and foster growth in rural communities.</a:t>
                  </a:r>
                  <a:endParaRPr lang="en-US" sz="1100">
                    <a:solidFill>
                      <a:schemeClr val="accent4"/>
                    </a:solidFill>
                    <a:cs typeface="Arial" panose="020B0604020202020204" pitchFamily="34" charset="0"/>
                  </a:endParaRPr>
                </a:p>
              </p:txBody>
            </p:sp>
            <p:sp>
              <p:nvSpPr>
                <p:cNvPr id="35" name="TextBox 34">
                  <a:extLst>
                    <a:ext uri="{FF2B5EF4-FFF2-40B4-BE49-F238E27FC236}">
                      <a16:creationId xmlns:a16="http://schemas.microsoft.com/office/drawing/2014/main" id="{95E5F4E1-92F6-48E9-B2C7-468628CB2885}"/>
                    </a:ext>
                  </a:extLst>
                </p:cNvPr>
                <p:cNvSpPr txBox="1"/>
                <p:nvPr/>
              </p:nvSpPr>
              <p:spPr>
                <a:xfrm>
                  <a:off x="5936103" y="1420139"/>
                  <a:ext cx="1566464" cy="294429"/>
                </a:xfrm>
                <a:prstGeom prst="rect">
                  <a:avLst/>
                </a:prstGeom>
                <a:noFill/>
              </p:spPr>
              <p:txBody>
                <a:bodyPr wrap="square" rtlCol="0" anchor="ctr">
                  <a:spAutoFit/>
                </a:bodyPr>
                <a:lstStyle/>
                <a:p>
                  <a:pPr algn="r"/>
                  <a:r>
                    <a:rPr lang="en-US" sz="1400" b="1" i="0" err="1">
                      <a:solidFill>
                        <a:srgbClr val="002060"/>
                      </a:solidFill>
                      <a:effectLst/>
                      <a:latin typeface="Söhne"/>
                    </a:rPr>
                    <a:t>Rajanish</a:t>
                  </a:r>
                  <a:r>
                    <a:rPr lang="en-US" sz="1400" b="1" i="0">
                      <a:solidFill>
                        <a:srgbClr val="002060"/>
                      </a:solidFill>
                      <a:effectLst/>
                      <a:latin typeface="Söhne"/>
                    </a:rPr>
                    <a:t> Reddy Karla</a:t>
                  </a:r>
                  <a:endParaRPr lang="en-US" sz="1400" b="1">
                    <a:solidFill>
                      <a:srgbClr val="002060"/>
                    </a:solidFill>
                    <a:cs typeface="Arial" panose="020B0604020202020204" pitchFamily="34" charset="0"/>
                  </a:endParaRPr>
                </a:p>
              </p:txBody>
            </p:sp>
            <p:sp>
              <p:nvSpPr>
                <p:cNvPr id="36" name="TextBox 35">
                  <a:extLst>
                    <a:ext uri="{FF2B5EF4-FFF2-40B4-BE49-F238E27FC236}">
                      <a16:creationId xmlns:a16="http://schemas.microsoft.com/office/drawing/2014/main" id="{DA453576-0CB0-4501-A990-57639BDDDD4F}"/>
                    </a:ext>
                  </a:extLst>
                </p:cNvPr>
                <p:cNvSpPr txBox="1"/>
                <p:nvPr/>
              </p:nvSpPr>
              <p:spPr>
                <a:xfrm>
                  <a:off x="5914436" y="1622673"/>
                  <a:ext cx="2499357" cy="279707"/>
                </a:xfrm>
                <a:prstGeom prst="rect">
                  <a:avLst/>
                </a:prstGeom>
                <a:noFill/>
              </p:spPr>
              <p:txBody>
                <a:bodyPr wrap="square" rtlCol="0" anchor="ctr">
                  <a:spAutoFit/>
                </a:bodyPr>
                <a:lstStyle/>
                <a:p>
                  <a:pPr algn="r"/>
                  <a:r>
                    <a:rPr lang="en-US" sz="1300">
                      <a:solidFill>
                        <a:srgbClr val="002060"/>
                      </a:solidFill>
                      <a:latin typeface="+mj-lt"/>
                      <a:cs typeface="Arial" panose="020B0604020202020204" pitchFamily="34" charset="0"/>
                    </a:rPr>
                    <a:t>Director, GIVE NGO, USA</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Tree>
    <p:extLst>
      <p:ext uri="{BB962C8B-B14F-4D97-AF65-F5344CB8AC3E}">
        <p14:creationId xmlns:p14="http://schemas.microsoft.com/office/powerpoint/2010/main" val="4214746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9961244" y="2293999"/>
            <a:ext cx="1526332" cy="1526332"/>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69876" y="780605"/>
            <a:ext cx="1566091" cy="1566091"/>
          </a:xfrm>
        </p:spPr>
      </p:pic>
      <p:pic>
        <p:nvPicPr>
          <p:cNvPr id="10" name="Picture Placeholder 9">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466570" y="4366260"/>
            <a:ext cx="1566091" cy="1566091"/>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lstStyle/>
          <a:p>
            <a:r>
              <a:rPr lang="en-US"/>
              <a:t>Our Team (3/6)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smtClean="0"/>
              <a:pPr/>
              <a:t>4</a:t>
            </a:fld>
            <a:endParaRPr lang="en-IN"/>
          </a:p>
        </p:txBody>
      </p:sp>
      <p:grpSp>
        <p:nvGrpSpPr>
          <p:cNvPr id="14" name="Group 13">
            <a:extLst>
              <a:ext uri="{FF2B5EF4-FFF2-40B4-BE49-F238E27FC236}">
                <a16:creationId xmlns:a16="http://schemas.microsoft.com/office/drawing/2014/main" id="{98956510-7547-4C78-8634-4692B60051E9}"/>
              </a:ext>
            </a:extLst>
          </p:cNvPr>
          <p:cNvGrpSpPr/>
          <p:nvPr/>
        </p:nvGrpSpPr>
        <p:grpSpPr>
          <a:xfrm>
            <a:off x="1370471" y="904647"/>
            <a:ext cx="7783142" cy="1544440"/>
            <a:chOff x="1339305" y="1018919"/>
            <a:chExt cx="6816182" cy="1661401"/>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147075" y="1018919"/>
              <a:ext cx="6008412" cy="1323674"/>
              <a:chOff x="6073578" y="1129650"/>
              <a:chExt cx="6008412" cy="1323674"/>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6091418" y="1625613"/>
                <a:ext cx="5990572" cy="827711"/>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chemeClr val="accent4"/>
                    </a:solidFill>
                    <a:cs typeface="Arial" panose="020B0604020202020204" pitchFamily="34" charset="0"/>
                  </a:rPr>
                  <a:t>Mr. Abhishek the Project Lead for CDLC, leverages his background in technology and his deep understanding of social issues in rural areas to foster empowerment initiatives. A Bachelor's degree holder in technology, he not only brings to the table a rich understanding of the challenges faced by rural communities but also employs his software industry experience in crafting solutions through app design and development</a:t>
                </a:r>
              </a:p>
            </p:txBody>
          </p:sp>
          <p:sp>
            <p:nvSpPr>
              <p:cNvPr id="19" name="TextBox 18">
                <a:extLst>
                  <a:ext uri="{FF2B5EF4-FFF2-40B4-BE49-F238E27FC236}">
                    <a16:creationId xmlns:a16="http://schemas.microsoft.com/office/drawing/2014/main" id="{DBB3CD44-1B27-4019-BDE5-AA9939DA80AC}"/>
                  </a:ext>
                </a:extLst>
              </p:cNvPr>
              <p:cNvSpPr txBox="1"/>
              <p:nvPr/>
            </p:nvSpPr>
            <p:spPr>
              <a:xfrm>
                <a:off x="6073578" y="1129650"/>
                <a:ext cx="2818301" cy="301937"/>
              </a:xfrm>
              <a:prstGeom prst="rect">
                <a:avLst/>
              </a:prstGeom>
              <a:noFill/>
            </p:spPr>
            <p:txBody>
              <a:bodyPr wrap="square" rtlCol="0" anchor="ctr">
                <a:spAutoFit/>
              </a:bodyPr>
              <a:lstStyle/>
              <a:p>
                <a:r>
                  <a:rPr lang="en-US" sz="1600" b="1">
                    <a:solidFill>
                      <a:srgbClr val="002060"/>
                    </a:solidFill>
                    <a:latin typeface="Arial" panose="020B0604020202020204" pitchFamily="34" charset="0"/>
                    <a:cs typeface="Arial" panose="020B0604020202020204" pitchFamily="34" charset="0"/>
                  </a:rPr>
                  <a:t>Abhishek Ganta</a:t>
                </a:r>
              </a:p>
            </p:txBody>
          </p:sp>
          <p:sp>
            <p:nvSpPr>
              <p:cNvPr id="20" name="TextBox 19">
                <a:extLst>
                  <a:ext uri="{FF2B5EF4-FFF2-40B4-BE49-F238E27FC236}">
                    <a16:creationId xmlns:a16="http://schemas.microsoft.com/office/drawing/2014/main" id="{569C7361-801C-4069-AE31-98005FF6C29E}"/>
                  </a:ext>
                </a:extLst>
              </p:cNvPr>
              <p:cNvSpPr txBox="1"/>
              <p:nvPr/>
            </p:nvSpPr>
            <p:spPr>
              <a:xfrm>
                <a:off x="6073578" y="1354991"/>
                <a:ext cx="3032857" cy="314531"/>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Lead for CDLC, Give NGO </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248278"/>
            <a:ext cx="8792923" cy="1779308"/>
            <a:chOff x="506500" y="4612067"/>
            <a:chExt cx="8792923" cy="1779308"/>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685903"/>
              <a:ext cx="7948922" cy="1705084"/>
              <a:chOff x="1350501" y="4685903"/>
              <a:chExt cx="7948922" cy="1705084"/>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593355" y="4685903"/>
                <a:ext cx="6706068" cy="1327904"/>
                <a:chOff x="6519858" y="1084897"/>
                <a:chExt cx="6706068" cy="1327904"/>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559104" y="1643360"/>
                  <a:ext cx="6666822" cy="769441"/>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chemeClr val="accent4"/>
                      </a:solidFill>
                      <a:cs typeface="Arial" panose="020B0604020202020204" pitchFamily="34" charset="0"/>
                    </a:rPr>
                    <a:t>Mr. Chandra the dedicated Project Lead for CDLC, holds a bachelor's degree in technology and stands as a beacon of support for the farming community. Leveraging his profound understanding of rural agricultural issues, he has crafted efficient solutions to uplift farmers. Chandrashekar is not just a project lead but a true ally to the farming community, spearheading initiatives that foster sustainability and prosperity in rural regions.</a:t>
                  </a:r>
                </a:p>
              </p:txBody>
            </p:sp>
            <p:sp>
              <p:nvSpPr>
                <p:cNvPr id="27" name="TextBox 26">
                  <a:extLst>
                    <a:ext uri="{FF2B5EF4-FFF2-40B4-BE49-F238E27FC236}">
                      <a16:creationId xmlns:a16="http://schemas.microsoft.com/office/drawing/2014/main" id="{BC292639-E605-4185-8C5C-BA6220CF0820}"/>
                    </a:ext>
                  </a:extLst>
                </p:cNvPr>
                <p:cNvSpPr txBox="1"/>
                <p:nvPr/>
              </p:nvSpPr>
              <p:spPr>
                <a:xfrm>
                  <a:off x="6519858" y="1084897"/>
                  <a:ext cx="2818301" cy="338554"/>
                </a:xfrm>
                <a:prstGeom prst="rect">
                  <a:avLst/>
                </a:prstGeom>
                <a:noFill/>
              </p:spPr>
              <p:txBody>
                <a:bodyPr wrap="square" rtlCol="0" anchor="ctr">
                  <a:spAutoFit/>
                </a:bodyPr>
                <a:lstStyle/>
                <a:p>
                  <a:r>
                    <a:rPr lang="en-US" sz="1600" b="1">
                      <a:solidFill>
                        <a:srgbClr val="002060"/>
                      </a:solidFill>
                      <a:latin typeface="Arial" panose="020B0604020202020204" pitchFamily="34" charset="0"/>
                      <a:cs typeface="Arial" panose="020B0604020202020204" pitchFamily="34" charset="0"/>
                    </a:rPr>
                    <a:t>Chandrashekar Reddy </a:t>
                  </a:r>
                </a:p>
              </p:txBody>
            </p:sp>
            <p:sp>
              <p:nvSpPr>
                <p:cNvPr id="28" name="TextBox 27">
                  <a:extLst>
                    <a:ext uri="{FF2B5EF4-FFF2-40B4-BE49-F238E27FC236}">
                      <a16:creationId xmlns:a16="http://schemas.microsoft.com/office/drawing/2014/main" id="{226DF062-0342-43A6-868D-9B4525D9D349}"/>
                    </a:ext>
                  </a:extLst>
                </p:cNvPr>
                <p:cNvSpPr txBox="1"/>
                <p:nvPr/>
              </p:nvSpPr>
              <p:spPr>
                <a:xfrm>
                  <a:off x="6538325" y="1359821"/>
                  <a:ext cx="2799834" cy="292388"/>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Engineer  – CDLC, Give NGO</a:t>
                  </a: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1720646" y="2165766"/>
            <a:ext cx="9878688" cy="1812231"/>
            <a:chOff x="4291804" y="2756199"/>
            <a:chExt cx="7311701" cy="1780258"/>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291804" y="3323103"/>
              <a:ext cx="6386732" cy="1213354"/>
              <a:chOff x="4291804" y="3323103"/>
              <a:chExt cx="6386732" cy="1213354"/>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4390302" y="3323103"/>
                <a:ext cx="5920201" cy="1213354"/>
                <a:chOff x="5726005" y="1577965"/>
                <a:chExt cx="5920201" cy="1213354"/>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5726005" y="1869162"/>
                  <a:ext cx="5920201" cy="922157"/>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chemeClr val="accent4"/>
                      </a:solidFill>
                      <a:cs typeface="Arial" panose="020B0604020202020204" pitchFamily="34" charset="0"/>
                    </a:rPr>
                    <a:t>Mr. Arun, oversees the offshore operations with a masterful grip, owing to his profound educational background in technology. Arun has spent considerable time understanding and analyzing the socio-economic backwardness prevalent in rural communities. Right from his student days, he has been actively engaged in initiatives focusing on education and health hygiene. Recognized for his adept administrative capabilities, he has a proven track record of successfully executing ground-level projects, truly embodying the spirit of empowerment and upliftment.</a:t>
                  </a:r>
                </a:p>
              </p:txBody>
            </p:sp>
            <p:sp>
              <p:nvSpPr>
                <p:cNvPr id="36" name="TextBox 35">
                  <a:extLst>
                    <a:ext uri="{FF2B5EF4-FFF2-40B4-BE49-F238E27FC236}">
                      <a16:creationId xmlns:a16="http://schemas.microsoft.com/office/drawing/2014/main" id="{DA453576-0CB0-4501-A990-57639BDDDD4F}"/>
                    </a:ext>
                  </a:extLst>
                </p:cNvPr>
                <p:cNvSpPr txBox="1"/>
                <p:nvPr/>
              </p:nvSpPr>
              <p:spPr>
                <a:xfrm>
                  <a:off x="5937790" y="1577965"/>
                  <a:ext cx="1716573" cy="287230"/>
                </a:xfrm>
                <a:prstGeom prst="rect">
                  <a:avLst/>
                </a:prstGeom>
                <a:noFill/>
              </p:spPr>
              <p:txBody>
                <a:bodyPr wrap="square" rtlCol="0" anchor="ctr">
                  <a:spAutoFit/>
                </a:bodyPr>
                <a:lstStyle/>
                <a:p>
                  <a:pPr marL="0" lvl="6"/>
                  <a:r>
                    <a:rPr lang="en-US" sz="1300">
                      <a:solidFill>
                        <a:srgbClr val="002060"/>
                      </a:solidFill>
                      <a:latin typeface="+mj-lt"/>
                      <a:cs typeface="Arial" panose="020B0604020202020204" pitchFamily="34" charset="0"/>
                    </a:rPr>
                    <a:t>General Secretary, Give NGO</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TextBox 1">
            <a:extLst>
              <a:ext uri="{FF2B5EF4-FFF2-40B4-BE49-F238E27FC236}">
                <a16:creationId xmlns:a16="http://schemas.microsoft.com/office/drawing/2014/main" id="{D2F63021-8970-FA74-E885-B40EEE6EF84A}"/>
              </a:ext>
            </a:extLst>
          </p:cNvPr>
          <p:cNvSpPr txBox="1"/>
          <p:nvPr/>
        </p:nvSpPr>
        <p:spPr>
          <a:xfrm>
            <a:off x="7222318" y="2499790"/>
            <a:ext cx="2818301" cy="338554"/>
          </a:xfrm>
          <a:prstGeom prst="rect">
            <a:avLst/>
          </a:prstGeom>
          <a:noFill/>
        </p:spPr>
        <p:txBody>
          <a:bodyPr wrap="square" rtlCol="0" anchor="ctr">
            <a:spAutoFit/>
          </a:bodyPr>
          <a:lstStyle/>
          <a:p>
            <a:r>
              <a:rPr lang="en-US" sz="1600" b="1">
                <a:solidFill>
                  <a:srgbClr val="002060"/>
                </a:solidFill>
                <a:latin typeface="Arial" panose="020B0604020202020204" pitchFamily="34" charset="0"/>
                <a:cs typeface="Arial" panose="020B0604020202020204" pitchFamily="34" charset="0"/>
              </a:rPr>
              <a:t>Arun Kumar </a:t>
            </a:r>
            <a:r>
              <a:rPr lang="en-US" sz="1600" b="1" err="1">
                <a:solidFill>
                  <a:srgbClr val="002060"/>
                </a:solidFill>
                <a:latin typeface="Arial" panose="020B0604020202020204" pitchFamily="34" charset="0"/>
                <a:cs typeface="Arial" panose="020B0604020202020204" pitchFamily="34" charset="0"/>
              </a:rPr>
              <a:t>Pillalamarri</a:t>
            </a:r>
            <a:endParaRPr lang="en-US" sz="1600" b="1">
              <a:solidFill>
                <a:srgbClr val="002060"/>
              </a:solidFill>
              <a:latin typeface="Arial" panose="020B0604020202020204" pitchFamily="34" charset="0"/>
              <a:cs typeface="Arial" panose="020B0604020202020204" pitchFamily="34" charset="0"/>
            </a:endParaRPr>
          </a:p>
        </p:txBody>
      </p:sp>
      <p:sp>
        <p:nvSpPr>
          <p:cNvPr id="3" name="Arc 2">
            <a:extLst>
              <a:ext uri="{FF2B5EF4-FFF2-40B4-BE49-F238E27FC236}">
                <a16:creationId xmlns:a16="http://schemas.microsoft.com/office/drawing/2014/main" id="{AEC90F65-A62F-46E9-B87A-19CA2C5CC9D2}"/>
              </a:ext>
            </a:extLst>
          </p:cNvPr>
          <p:cNvSpPr/>
          <p:nvPr/>
        </p:nvSpPr>
        <p:spPr>
          <a:xfrm>
            <a:off x="247619" y="703741"/>
            <a:ext cx="1749490" cy="1744953"/>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3663827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9961243" y="2254240"/>
            <a:ext cx="1566091" cy="1566091"/>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69876" y="780605"/>
            <a:ext cx="1566091" cy="1566091"/>
          </a:xfrm>
        </p:spPr>
      </p:pic>
      <p:pic>
        <p:nvPicPr>
          <p:cNvPr id="10" name="Picture Placeholder 9">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466570" y="4366260"/>
            <a:ext cx="1566091" cy="1566091"/>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lstStyle/>
          <a:p>
            <a:r>
              <a:rPr lang="en-US">
                <a:solidFill>
                  <a:srgbClr val="002060"/>
                </a:solidFill>
              </a:rPr>
              <a:t>Our Team (4/6)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smtClean="0"/>
              <a:pPr/>
              <a:t>5</a:t>
            </a:fld>
            <a:endParaRPr lang="en-IN"/>
          </a:p>
        </p:txBody>
      </p:sp>
      <p:grpSp>
        <p:nvGrpSpPr>
          <p:cNvPr id="14" name="Group 13">
            <a:extLst>
              <a:ext uri="{FF2B5EF4-FFF2-40B4-BE49-F238E27FC236}">
                <a16:creationId xmlns:a16="http://schemas.microsoft.com/office/drawing/2014/main" id="{98956510-7547-4C78-8634-4692B60051E9}"/>
              </a:ext>
            </a:extLst>
          </p:cNvPr>
          <p:cNvGrpSpPr/>
          <p:nvPr/>
        </p:nvGrpSpPr>
        <p:grpSpPr>
          <a:xfrm>
            <a:off x="1370471" y="904646"/>
            <a:ext cx="6711645" cy="1862889"/>
            <a:chOff x="1339305" y="1018919"/>
            <a:chExt cx="6711645" cy="1661401"/>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060378" y="1018919"/>
              <a:ext cx="5990572" cy="1223785"/>
              <a:chOff x="5986881" y="1129650"/>
              <a:chExt cx="5990572" cy="1223785"/>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5986881" y="1667216"/>
                <a:ext cx="5990572" cy="686219"/>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rgbClr val="374151"/>
                    </a:solidFill>
                  </a:rPr>
                  <a:t>Mr. </a:t>
                </a:r>
                <a:r>
                  <a:rPr lang="en-US" sz="1100" b="0" i="0">
                    <a:solidFill>
                      <a:srgbClr val="374151"/>
                    </a:solidFill>
                    <a:effectLst/>
                  </a:rPr>
                  <a:t>Sai Krishna Project Lead for CDLC, bringing essential education programs to rural and tribal communities in Telangana. With a deep understanding of the needs and dynamics of these areas, he has been the force behind impactful projects like the 'Back to School' program, showing great leadership and a heart for empowering young people.</a:t>
                </a:r>
                <a:endParaRPr lang="en-US" sz="1100">
                  <a:solidFill>
                    <a:schemeClr val="accent4"/>
                  </a:solidFill>
                  <a:cs typeface="Arial" panose="020B0604020202020204" pitchFamily="34" charset="0"/>
                </a:endParaRPr>
              </a:p>
            </p:txBody>
          </p:sp>
          <p:sp>
            <p:nvSpPr>
              <p:cNvPr id="19" name="TextBox 18">
                <a:extLst>
                  <a:ext uri="{FF2B5EF4-FFF2-40B4-BE49-F238E27FC236}">
                    <a16:creationId xmlns:a16="http://schemas.microsoft.com/office/drawing/2014/main" id="{DBB3CD44-1B27-4019-BDE5-AA9939DA80AC}"/>
                  </a:ext>
                </a:extLst>
              </p:cNvPr>
              <p:cNvSpPr txBox="1"/>
              <p:nvPr/>
            </p:nvSpPr>
            <p:spPr>
              <a:xfrm>
                <a:off x="5994922" y="1129650"/>
                <a:ext cx="2818301" cy="301936"/>
              </a:xfrm>
              <a:prstGeom prst="rect">
                <a:avLst/>
              </a:prstGeom>
              <a:noFill/>
            </p:spPr>
            <p:txBody>
              <a:bodyPr wrap="square" rtlCol="0" anchor="ctr">
                <a:spAutoFit/>
              </a:bodyPr>
              <a:lstStyle/>
              <a:p>
                <a:r>
                  <a:rPr lang="en-US" sz="1600" b="1">
                    <a:solidFill>
                      <a:srgbClr val="002060"/>
                    </a:solidFill>
                    <a:cs typeface="Arial" panose="020B0604020202020204" pitchFamily="34" charset="0"/>
                  </a:rPr>
                  <a:t>Sai Krishna Chilukuri</a:t>
                </a:r>
              </a:p>
            </p:txBody>
          </p:sp>
          <p:sp>
            <p:nvSpPr>
              <p:cNvPr id="20" name="TextBox 19">
                <a:extLst>
                  <a:ext uri="{FF2B5EF4-FFF2-40B4-BE49-F238E27FC236}">
                    <a16:creationId xmlns:a16="http://schemas.microsoft.com/office/drawing/2014/main" id="{569C7361-801C-4069-AE31-98005FF6C29E}"/>
                  </a:ext>
                </a:extLst>
              </p:cNvPr>
              <p:cNvSpPr txBox="1"/>
              <p:nvPr/>
            </p:nvSpPr>
            <p:spPr>
              <a:xfrm>
                <a:off x="5994922" y="1372472"/>
                <a:ext cx="3730946" cy="260764"/>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Director, Operation Lead for CDLC, Telangana.</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248278"/>
            <a:ext cx="7230733" cy="1779308"/>
            <a:chOff x="506500" y="4612067"/>
            <a:chExt cx="7230733" cy="1779308"/>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678321"/>
              <a:ext cx="6386732" cy="1712666"/>
              <a:chOff x="1350501" y="4678321"/>
              <a:chExt cx="6386732" cy="1712666"/>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373221" y="4678321"/>
                <a:ext cx="5177482" cy="1537722"/>
                <a:chOff x="6299724" y="1077315"/>
                <a:chExt cx="5177482" cy="1537722"/>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299724" y="1676318"/>
                  <a:ext cx="5177482" cy="938719"/>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rPr>
                    <a:t>Mr. </a:t>
                  </a:r>
                  <a:r>
                    <a:rPr lang="en-US" sz="1100" b="0" i="0" err="1">
                      <a:solidFill>
                        <a:srgbClr val="374151"/>
                      </a:solidFill>
                      <a:effectLst/>
                    </a:rPr>
                    <a:t>ParshaRam</a:t>
                  </a:r>
                  <a:r>
                    <a:rPr lang="en-US" sz="1100" b="0" i="0">
                      <a:solidFill>
                        <a:srgbClr val="374151"/>
                      </a:solidFill>
                      <a:effectLst/>
                    </a:rPr>
                    <a:t>, leverages his background as a software engineer to actively address social backwardness in rural villages. Harnessing his extensive experience in the software industry for designing applications, he has dedicated his career to empowerment initiatives since his student days, illustrating a long-standing commitment to fostering growth and development in the community.</a:t>
                  </a:r>
                  <a:endParaRPr lang="en-US" sz="1100">
                    <a:solidFill>
                      <a:schemeClr val="accent4"/>
                    </a:solidFill>
                    <a:cs typeface="Arial" panose="020B0604020202020204" pitchFamily="34" charset="0"/>
                  </a:endParaRPr>
                </a:p>
              </p:txBody>
            </p:sp>
            <p:sp>
              <p:nvSpPr>
                <p:cNvPr id="27" name="TextBox 26">
                  <a:extLst>
                    <a:ext uri="{FF2B5EF4-FFF2-40B4-BE49-F238E27FC236}">
                      <a16:creationId xmlns:a16="http://schemas.microsoft.com/office/drawing/2014/main" id="{BC292639-E605-4185-8C5C-BA6220CF0820}"/>
                    </a:ext>
                  </a:extLst>
                </p:cNvPr>
                <p:cNvSpPr txBox="1"/>
                <p:nvPr/>
              </p:nvSpPr>
              <p:spPr>
                <a:xfrm>
                  <a:off x="6299724" y="1077315"/>
                  <a:ext cx="2818301" cy="338554"/>
                </a:xfrm>
                <a:prstGeom prst="rect">
                  <a:avLst/>
                </a:prstGeom>
                <a:noFill/>
              </p:spPr>
              <p:txBody>
                <a:bodyPr wrap="square" rtlCol="0" anchor="ctr">
                  <a:spAutoFit/>
                </a:bodyPr>
                <a:lstStyle/>
                <a:p>
                  <a:r>
                    <a:rPr lang="en-US" sz="1600" b="1">
                      <a:solidFill>
                        <a:srgbClr val="002060"/>
                      </a:solidFill>
                      <a:cs typeface="Arial" panose="020B0604020202020204" pitchFamily="34" charset="0"/>
                    </a:rPr>
                    <a:t>ParshuRam Goud</a:t>
                  </a:r>
                </a:p>
              </p:txBody>
            </p:sp>
            <p:sp>
              <p:nvSpPr>
                <p:cNvPr id="28" name="TextBox 27">
                  <a:extLst>
                    <a:ext uri="{FF2B5EF4-FFF2-40B4-BE49-F238E27FC236}">
                      <a16:creationId xmlns:a16="http://schemas.microsoft.com/office/drawing/2014/main" id="{226DF062-0342-43A6-868D-9B4525D9D349}"/>
                    </a:ext>
                  </a:extLst>
                </p:cNvPr>
                <p:cNvSpPr txBox="1"/>
                <p:nvPr/>
              </p:nvSpPr>
              <p:spPr>
                <a:xfrm>
                  <a:off x="6299724" y="1332037"/>
                  <a:ext cx="3219670" cy="292388"/>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Engineer for CDLC</a:t>
                  </a: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4604329" y="2335030"/>
            <a:ext cx="6999990" cy="1614239"/>
            <a:chOff x="4181031" y="2756199"/>
            <a:chExt cx="7422474" cy="1908398"/>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181031" y="3272914"/>
              <a:ext cx="6497505" cy="1391683"/>
              <a:chOff x="4181031" y="3272914"/>
              <a:chExt cx="6497505" cy="1391683"/>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4181031" y="3272914"/>
                <a:ext cx="5666907" cy="1391683"/>
                <a:chOff x="6188570" y="1527776"/>
                <a:chExt cx="5666907" cy="1391683"/>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6188570" y="1809680"/>
                  <a:ext cx="5666907" cy="1109779"/>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latin typeface="Söhne"/>
                    </a:rPr>
                    <a:t>Mr. Eshwar, the linchpin of the CDLC initiative as Project Engineer, is channeling his profound understanding of rural dynamics to eradicate the technology gap between rural and urban areas. His vision goes beyond bridging gaps; it's about forging pathways of opportunity and empowerment for rural youth through focused upskilling initiatives, transforming rural locales into modern hubs of progress and potential.</a:t>
                  </a:r>
                  <a:endParaRPr lang="en-US" sz="1100">
                    <a:solidFill>
                      <a:schemeClr val="accent4"/>
                    </a:solidFill>
                    <a:latin typeface="Aptos" panose="020B00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DA453576-0CB0-4501-A990-57639BDDDD4F}"/>
                    </a:ext>
                  </a:extLst>
                </p:cNvPr>
                <p:cNvSpPr txBox="1"/>
                <p:nvPr/>
              </p:nvSpPr>
              <p:spPr>
                <a:xfrm>
                  <a:off x="6509352" y="1527776"/>
                  <a:ext cx="3292336" cy="345669"/>
                </a:xfrm>
                <a:prstGeom prst="rect">
                  <a:avLst/>
                </a:prstGeom>
                <a:noFill/>
              </p:spPr>
              <p:txBody>
                <a:bodyPr wrap="square" rtlCol="0" anchor="ctr">
                  <a:spAutoFit/>
                </a:bodyPr>
                <a:lstStyle/>
                <a:p>
                  <a:pPr marL="0" lvl="7"/>
                  <a:r>
                    <a:rPr lang="en-US" sz="1300">
                      <a:solidFill>
                        <a:srgbClr val="002060"/>
                      </a:solidFill>
                      <a:latin typeface="+mj-lt"/>
                      <a:cs typeface="Arial" panose="020B0604020202020204" pitchFamily="34" charset="0"/>
                    </a:rPr>
                    <a:t>Project Engineer, CDLC, Give NGO</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TextBox 1">
            <a:extLst>
              <a:ext uri="{FF2B5EF4-FFF2-40B4-BE49-F238E27FC236}">
                <a16:creationId xmlns:a16="http://schemas.microsoft.com/office/drawing/2014/main" id="{D2F63021-8970-FA74-E885-B40EEE6EF84A}"/>
              </a:ext>
            </a:extLst>
          </p:cNvPr>
          <p:cNvSpPr txBox="1"/>
          <p:nvPr/>
        </p:nvSpPr>
        <p:spPr>
          <a:xfrm>
            <a:off x="6993720" y="2456886"/>
            <a:ext cx="2818301" cy="338554"/>
          </a:xfrm>
          <a:prstGeom prst="rect">
            <a:avLst/>
          </a:prstGeom>
          <a:noFill/>
        </p:spPr>
        <p:txBody>
          <a:bodyPr wrap="square" rtlCol="0" anchor="ctr">
            <a:spAutoFit/>
          </a:bodyPr>
          <a:lstStyle/>
          <a:p>
            <a:pPr algn="r"/>
            <a:r>
              <a:rPr lang="en-US" sz="1600" b="1">
                <a:solidFill>
                  <a:srgbClr val="002060"/>
                </a:solidFill>
                <a:latin typeface="Arial" panose="020B0604020202020204" pitchFamily="34" charset="0"/>
                <a:cs typeface="Arial" panose="020B0604020202020204" pitchFamily="34" charset="0"/>
              </a:rPr>
              <a:t>Sai Eshwar Reddy</a:t>
            </a:r>
          </a:p>
        </p:txBody>
      </p:sp>
      <p:sp>
        <p:nvSpPr>
          <p:cNvPr id="3" name="Arc 2">
            <a:extLst>
              <a:ext uri="{FF2B5EF4-FFF2-40B4-BE49-F238E27FC236}">
                <a16:creationId xmlns:a16="http://schemas.microsoft.com/office/drawing/2014/main" id="{AEC90F65-A62F-46E9-B87A-19CA2C5CC9D2}"/>
              </a:ext>
            </a:extLst>
          </p:cNvPr>
          <p:cNvSpPr/>
          <p:nvPr/>
        </p:nvSpPr>
        <p:spPr>
          <a:xfrm>
            <a:off x="247619" y="703741"/>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11159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9961243" y="2254240"/>
            <a:ext cx="1566091" cy="1566091"/>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69876" y="780605"/>
            <a:ext cx="1566091" cy="1566091"/>
          </a:xfrm>
        </p:spPr>
      </p:pic>
      <p:pic>
        <p:nvPicPr>
          <p:cNvPr id="10" name="Picture Placeholder 9">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466570" y="4366260"/>
            <a:ext cx="1566091" cy="1566091"/>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lstStyle/>
          <a:p>
            <a:r>
              <a:rPr lang="en-US"/>
              <a:t>Our Team (5/6)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dirty="0" smtClean="0"/>
              <a:pPr/>
              <a:t>6</a:t>
            </a:fld>
            <a:endParaRPr lang="en-IN" dirty="0"/>
          </a:p>
        </p:txBody>
      </p:sp>
      <p:grpSp>
        <p:nvGrpSpPr>
          <p:cNvPr id="14" name="Group 13">
            <a:extLst>
              <a:ext uri="{FF2B5EF4-FFF2-40B4-BE49-F238E27FC236}">
                <a16:creationId xmlns:a16="http://schemas.microsoft.com/office/drawing/2014/main" id="{98956510-7547-4C78-8634-4692B60051E9}"/>
              </a:ext>
            </a:extLst>
          </p:cNvPr>
          <p:cNvGrpSpPr/>
          <p:nvPr/>
        </p:nvGrpSpPr>
        <p:grpSpPr>
          <a:xfrm>
            <a:off x="1370471" y="904647"/>
            <a:ext cx="6711645" cy="1593832"/>
            <a:chOff x="1339305" y="1018919"/>
            <a:chExt cx="6711645" cy="1661401"/>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060378" y="1018919"/>
              <a:ext cx="5990572" cy="1072817"/>
              <a:chOff x="5986881" y="1129650"/>
              <a:chExt cx="5990572" cy="1072817"/>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5986881" y="1667216"/>
                <a:ext cx="5990572" cy="535251"/>
              </a:xfrm>
              <a:prstGeom prst="rect">
                <a:avLst/>
              </a:prstGeom>
              <a:noFill/>
            </p:spPr>
            <p:txBody>
              <a:bodyPr wrap="square" rtlCol="0" anchor="t">
                <a:spAutoFit/>
              </a:bodyPr>
              <a:lstStyle/>
              <a:p>
                <a:pPr algn="just">
                  <a:buClr>
                    <a:prstClr val="black">
                      <a:lumMod val="65000"/>
                      <a:lumOff val="35000"/>
                    </a:prstClr>
                  </a:buClr>
                  <a:buSzPct val="150000"/>
                </a:pPr>
                <a:r>
                  <a:rPr lang="en-US" sz="1100">
                    <a:solidFill>
                      <a:srgbClr val="374151"/>
                    </a:solidFill>
                  </a:rPr>
                  <a:t>Mr. Akhilesh, the Project Engineer for CDLC, has been vital in bringing educational projects to life from the ground up. With a deep understanding of the educational sector, he has been a key force behind the 'Back to School' programs, helping countless underprivileged students pursue their education.</a:t>
                </a:r>
                <a:endParaRPr lang="en-US" sz="1100">
                  <a:solidFill>
                    <a:schemeClr val="accent4"/>
                  </a:solidFill>
                  <a:cs typeface="Arial" panose="020B0604020202020204" pitchFamily="34" charset="0"/>
                </a:endParaRPr>
              </a:p>
            </p:txBody>
          </p:sp>
          <p:sp>
            <p:nvSpPr>
              <p:cNvPr id="19" name="TextBox 18">
                <a:extLst>
                  <a:ext uri="{FF2B5EF4-FFF2-40B4-BE49-F238E27FC236}">
                    <a16:creationId xmlns:a16="http://schemas.microsoft.com/office/drawing/2014/main" id="{DBB3CD44-1B27-4019-BDE5-AA9939DA80AC}"/>
                  </a:ext>
                </a:extLst>
              </p:cNvPr>
              <p:cNvSpPr txBox="1"/>
              <p:nvPr/>
            </p:nvSpPr>
            <p:spPr>
              <a:xfrm>
                <a:off x="6073578" y="1129650"/>
                <a:ext cx="2818301" cy="301936"/>
              </a:xfrm>
              <a:prstGeom prst="rect">
                <a:avLst/>
              </a:prstGeom>
              <a:noFill/>
            </p:spPr>
            <p:txBody>
              <a:bodyPr wrap="square" rtlCol="0" anchor="ctr">
                <a:spAutoFit/>
              </a:bodyPr>
              <a:lstStyle/>
              <a:p>
                <a:r>
                  <a:rPr lang="en-US" sz="1600" b="1">
                    <a:solidFill>
                      <a:srgbClr val="002060"/>
                    </a:solidFill>
                    <a:latin typeface="Arial" panose="020B0604020202020204" pitchFamily="34" charset="0"/>
                    <a:cs typeface="Arial" panose="020B0604020202020204" pitchFamily="34" charset="0"/>
                  </a:rPr>
                  <a:t>Akhilesh Reddy </a:t>
                </a:r>
                <a:r>
                  <a:rPr lang="en-US" sz="1600" b="1" err="1">
                    <a:solidFill>
                      <a:srgbClr val="002060"/>
                    </a:solidFill>
                    <a:latin typeface="Arial" panose="020B0604020202020204" pitchFamily="34" charset="0"/>
                    <a:cs typeface="Arial" panose="020B0604020202020204" pitchFamily="34" charset="0"/>
                  </a:rPr>
                  <a:t>Kasani</a:t>
                </a:r>
                <a:endParaRPr lang="en-US" sz="1600" b="1">
                  <a:solidFill>
                    <a:srgbClr val="00206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569C7361-801C-4069-AE31-98005FF6C29E}"/>
                  </a:ext>
                </a:extLst>
              </p:cNvPr>
              <p:cNvSpPr txBox="1"/>
              <p:nvPr/>
            </p:nvSpPr>
            <p:spPr>
              <a:xfrm>
                <a:off x="6073578" y="1375012"/>
                <a:ext cx="3730946" cy="274488"/>
              </a:xfrm>
              <a:prstGeom prst="rect">
                <a:avLst/>
              </a:prstGeom>
              <a:noFill/>
            </p:spPr>
            <p:txBody>
              <a:bodyPr wrap="square" rtlCol="0" anchor="ctr">
                <a:spAutoFit/>
              </a:bodyPr>
              <a:lstStyle/>
              <a:p>
                <a:r>
                  <a:rPr lang="en-US" sz="1400">
                    <a:solidFill>
                      <a:srgbClr val="002060"/>
                    </a:solidFill>
                    <a:latin typeface="+mj-lt"/>
                    <a:cs typeface="Arial" panose="020B0604020202020204" pitchFamily="34" charset="0"/>
                  </a:rPr>
                  <a:t>Treasurer,  Give NGO, Telangana.</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248278"/>
            <a:ext cx="7230733" cy="1779308"/>
            <a:chOff x="506500" y="4612067"/>
            <a:chExt cx="7230733" cy="1779308"/>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678321"/>
              <a:ext cx="6386732" cy="1712666"/>
              <a:chOff x="1350501" y="4678321"/>
              <a:chExt cx="6386732" cy="1712666"/>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373221" y="4678321"/>
                <a:ext cx="5177482" cy="1368444"/>
                <a:chOff x="6299724" y="1077315"/>
                <a:chExt cx="5177482" cy="1368444"/>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299724" y="1676318"/>
                  <a:ext cx="5177482" cy="769441"/>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rPr>
                    <a:t>Mr. </a:t>
                  </a:r>
                  <a:r>
                    <a:rPr lang="en-US" sz="1100" b="0" i="0" err="1">
                      <a:solidFill>
                        <a:srgbClr val="374151"/>
                      </a:solidFill>
                      <a:effectLst/>
                    </a:rPr>
                    <a:t>Mahipal</a:t>
                  </a:r>
                  <a:r>
                    <a:rPr lang="en-US" sz="1100" b="0" i="0">
                      <a:solidFill>
                        <a:srgbClr val="374151"/>
                      </a:solidFill>
                      <a:effectLst/>
                    </a:rPr>
                    <a:t> - the Project Engineer for CDLC, possesses deep expertise in grassroots-level issues affecting farmers. Leveraging his substantial knowledge, he aids them by introducing innovative techniques, thus standing as a beacon of support and help in the farming community</a:t>
                  </a:r>
                  <a:endParaRPr lang="en-US" sz="1100">
                    <a:solidFill>
                      <a:schemeClr val="accent4"/>
                    </a:solidFill>
                    <a:cs typeface="Arial" panose="020B0604020202020204" pitchFamily="34" charset="0"/>
                  </a:endParaRPr>
                </a:p>
              </p:txBody>
            </p:sp>
            <p:sp>
              <p:nvSpPr>
                <p:cNvPr id="27" name="TextBox 26">
                  <a:extLst>
                    <a:ext uri="{FF2B5EF4-FFF2-40B4-BE49-F238E27FC236}">
                      <a16:creationId xmlns:a16="http://schemas.microsoft.com/office/drawing/2014/main" id="{BC292639-E605-4185-8C5C-BA6220CF0820}"/>
                    </a:ext>
                  </a:extLst>
                </p:cNvPr>
                <p:cNvSpPr txBox="1"/>
                <p:nvPr/>
              </p:nvSpPr>
              <p:spPr>
                <a:xfrm>
                  <a:off x="6299724" y="1077315"/>
                  <a:ext cx="2818301" cy="338554"/>
                </a:xfrm>
                <a:prstGeom prst="rect">
                  <a:avLst/>
                </a:prstGeom>
                <a:noFill/>
              </p:spPr>
              <p:txBody>
                <a:bodyPr wrap="square" rtlCol="0" anchor="ctr">
                  <a:spAutoFit/>
                </a:bodyPr>
                <a:lstStyle/>
                <a:p>
                  <a:r>
                    <a:rPr lang="en-US" sz="1600" b="1" err="1">
                      <a:solidFill>
                        <a:srgbClr val="002060"/>
                      </a:solidFill>
                      <a:latin typeface="Arial" panose="020B0604020202020204" pitchFamily="34" charset="0"/>
                      <a:cs typeface="Arial" panose="020B0604020202020204" pitchFamily="34" charset="0"/>
                    </a:rPr>
                    <a:t>Mahipal</a:t>
                  </a:r>
                  <a:r>
                    <a:rPr lang="en-US" sz="1600" b="1">
                      <a:solidFill>
                        <a:srgbClr val="002060"/>
                      </a:solidFill>
                      <a:latin typeface="Arial" panose="020B0604020202020204" pitchFamily="34" charset="0"/>
                      <a:cs typeface="Arial" panose="020B0604020202020204" pitchFamily="34" charset="0"/>
                    </a:rPr>
                    <a:t> Reddy</a:t>
                  </a:r>
                </a:p>
              </p:txBody>
            </p:sp>
            <p:sp>
              <p:nvSpPr>
                <p:cNvPr id="28" name="TextBox 27">
                  <a:extLst>
                    <a:ext uri="{FF2B5EF4-FFF2-40B4-BE49-F238E27FC236}">
                      <a16:creationId xmlns:a16="http://schemas.microsoft.com/office/drawing/2014/main" id="{226DF062-0342-43A6-868D-9B4525D9D349}"/>
                    </a:ext>
                  </a:extLst>
                </p:cNvPr>
                <p:cNvSpPr txBox="1"/>
                <p:nvPr/>
              </p:nvSpPr>
              <p:spPr>
                <a:xfrm>
                  <a:off x="6299724" y="1324343"/>
                  <a:ext cx="3219670" cy="307777"/>
                </a:xfrm>
                <a:prstGeom prst="rect">
                  <a:avLst/>
                </a:prstGeom>
                <a:noFill/>
              </p:spPr>
              <p:txBody>
                <a:bodyPr wrap="square" rtlCol="0" anchor="ctr">
                  <a:spAutoFit/>
                </a:bodyPr>
                <a:lstStyle/>
                <a:p>
                  <a:r>
                    <a:rPr lang="en-US" sz="1400">
                      <a:solidFill>
                        <a:srgbClr val="002060"/>
                      </a:solidFill>
                      <a:latin typeface="+mj-lt"/>
                      <a:cs typeface="Arial" panose="020B0604020202020204" pitchFamily="34" charset="0"/>
                    </a:rPr>
                    <a:t>Project Engineer for CDLC</a:t>
                  </a: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1720644" y="2165765"/>
            <a:ext cx="9914024" cy="1780175"/>
            <a:chOff x="4291804" y="2756199"/>
            <a:chExt cx="7311701" cy="1780175"/>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291804" y="3327940"/>
              <a:ext cx="6386732" cy="1208434"/>
              <a:chOff x="4291804" y="3327940"/>
              <a:chExt cx="6386732" cy="1208434"/>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6256932" y="3327940"/>
                <a:ext cx="4053570" cy="1055801"/>
                <a:chOff x="5726006" y="1582802"/>
                <a:chExt cx="4053570" cy="1055801"/>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5726006" y="1869162"/>
                  <a:ext cx="4053570" cy="769441"/>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rPr>
                    <a:t>Mr. Bhanu – Project Engineer, CDLC, couples his role as a software engineer with a deep-rooted understanding of the societal dynamics prevailing in rural setups. Leveraging his industry expertise, he ingeniously designs applications targeting empowerment and development in rural communities, making strides in diminishing social backwardness</a:t>
                  </a:r>
                  <a:endParaRPr lang="en-US" sz="1100">
                    <a:solidFill>
                      <a:schemeClr val="accent4"/>
                    </a:solidFill>
                    <a:cs typeface="Arial" panose="020B0604020202020204" pitchFamily="34" charset="0"/>
                  </a:endParaRPr>
                </a:p>
              </p:txBody>
            </p:sp>
            <p:sp>
              <p:nvSpPr>
                <p:cNvPr id="36" name="TextBox 35">
                  <a:extLst>
                    <a:ext uri="{FF2B5EF4-FFF2-40B4-BE49-F238E27FC236}">
                      <a16:creationId xmlns:a16="http://schemas.microsoft.com/office/drawing/2014/main" id="{DA453576-0CB0-4501-A990-57639BDDDD4F}"/>
                    </a:ext>
                  </a:extLst>
                </p:cNvPr>
                <p:cNvSpPr txBox="1"/>
                <p:nvPr/>
              </p:nvSpPr>
              <p:spPr>
                <a:xfrm>
                  <a:off x="5892531" y="1582802"/>
                  <a:ext cx="1963222" cy="307777"/>
                </a:xfrm>
                <a:prstGeom prst="rect">
                  <a:avLst/>
                </a:prstGeom>
                <a:noFill/>
              </p:spPr>
              <p:txBody>
                <a:bodyPr wrap="square" rtlCol="0" anchor="ctr">
                  <a:spAutoFit/>
                </a:bodyPr>
                <a:lstStyle/>
                <a:p>
                  <a:pPr marL="0" lvl="6"/>
                  <a:r>
                    <a:rPr lang="en-US" sz="1400">
                      <a:solidFill>
                        <a:srgbClr val="002060"/>
                      </a:solidFill>
                      <a:latin typeface="+mj-lt"/>
                      <a:cs typeface="Arial" panose="020B0604020202020204" pitchFamily="34" charset="0"/>
                    </a:rPr>
                    <a:t>Project Engineer, CDLC, Give NGO</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TextBox 1">
            <a:extLst>
              <a:ext uri="{FF2B5EF4-FFF2-40B4-BE49-F238E27FC236}">
                <a16:creationId xmlns:a16="http://schemas.microsoft.com/office/drawing/2014/main" id="{D2F63021-8970-FA74-E885-B40EEE6EF84A}"/>
              </a:ext>
            </a:extLst>
          </p:cNvPr>
          <p:cNvSpPr txBox="1"/>
          <p:nvPr/>
        </p:nvSpPr>
        <p:spPr>
          <a:xfrm>
            <a:off x="6993720" y="2506046"/>
            <a:ext cx="2818301" cy="338554"/>
          </a:xfrm>
          <a:prstGeom prst="rect">
            <a:avLst/>
          </a:prstGeom>
          <a:noFill/>
        </p:spPr>
        <p:txBody>
          <a:bodyPr wrap="square" rtlCol="0" anchor="ctr">
            <a:spAutoFit/>
          </a:bodyPr>
          <a:lstStyle/>
          <a:p>
            <a:r>
              <a:rPr lang="en-US" sz="1600" b="1">
                <a:solidFill>
                  <a:srgbClr val="002060"/>
                </a:solidFill>
                <a:latin typeface="Arial" panose="020B0604020202020204" pitchFamily="34" charset="0"/>
                <a:cs typeface="Arial" panose="020B0604020202020204" pitchFamily="34" charset="0"/>
              </a:rPr>
              <a:t>Bhanu Goud </a:t>
            </a:r>
            <a:r>
              <a:rPr lang="en-US" sz="1600" b="1" err="1">
                <a:solidFill>
                  <a:srgbClr val="002060"/>
                </a:solidFill>
                <a:latin typeface="Arial" panose="020B0604020202020204" pitchFamily="34" charset="0"/>
                <a:cs typeface="Arial" panose="020B0604020202020204" pitchFamily="34" charset="0"/>
              </a:rPr>
              <a:t>Bathini</a:t>
            </a:r>
            <a:endParaRPr lang="en-US" sz="1600" b="1">
              <a:solidFill>
                <a:srgbClr val="002060"/>
              </a:solidFill>
              <a:latin typeface="Arial" panose="020B0604020202020204" pitchFamily="34" charset="0"/>
              <a:cs typeface="Arial" panose="020B0604020202020204" pitchFamily="34" charset="0"/>
            </a:endParaRPr>
          </a:p>
        </p:txBody>
      </p:sp>
      <p:sp>
        <p:nvSpPr>
          <p:cNvPr id="3" name="Arc 2">
            <a:extLst>
              <a:ext uri="{FF2B5EF4-FFF2-40B4-BE49-F238E27FC236}">
                <a16:creationId xmlns:a16="http://schemas.microsoft.com/office/drawing/2014/main" id="{AEC90F65-A62F-46E9-B87A-19CA2C5CC9D2}"/>
              </a:ext>
            </a:extLst>
          </p:cNvPr>
          <p:cNvSpPr/>
          <p:nvPr/>
        </p:nvSpPr>
        <p:spPr>
          <a:xfrm>
            <a:off x="247619" y="703741"/>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564470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3218069D-BE5D-4786-A630-FEA73E2FC602}"/>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10010403" y="2460716"/>
            <a:ext cx="1566091" cy="1566091"/>
          </a:xfrm>
        </p:spPr>
      </p:pic>
      <p:pic>
        <p:nvPicPr>
          <p:cNvPr id="8" name="Picture Placeholder 7">
            <a:extLst>
              <a:ext uri="{FF2B5EF4-FFF2-40B4-BE49-F238E27FC236}">
                <a16:creationId xmlns:a16="http://schemas.microsoft.com/office/drawing/2014/main" id="{CAD9D5F4-21EF-42D0-8276-B3B62B624E4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369876" y="780605"/>
            <a:ext cx="1566091" cy="1566091"/>
          </a:xfrm>
        </p:spPr>
      </p:pic>
      <p:pic>
        <p:nvPicPr>
          <p:cNvPr id="10" name="Picture Placeholder 9">
            <a:extLst>
              <a:ext uri="{FF2B5EF4-FFF2-40B4-BE49-F238E27FC236}">
                <a16:creationId xmlns:a16="http://schemas.microsoft.com/office/drawing/2014/main" id="{61D2DDBD-3695-4A90-842B-30BC03493A6E}"/>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466570" y="4366260"/>
            <a:ext cx="1566091" cy="1566091"/>
          </a:xfrm>
        </p:spPr>
      </p:pic>
      <p:sp>
        <p:nvSpPr>
          <p:cNvPr id="5" name="Title 4">
            <a:extLst>
              <a:ext uri="{FF2B5EF4-FFF2-40B4-BE49-F238E27FC236}">
                <a16:creationId xmlns:a16="http://schemas.microsoft.com/office/drawing/2014/main" id="{A6F28A44-F942-4F66-8BB9-BEA4F8E35936}"/>
              </a:ext>
            </a:extLst>
          </p:cNvPr>
          <p:cNvSpPr>
            <a:spLocks noGrp="1"/>
          </p:cNvSpPr>
          <p:nvPr>
            <p:ph type="title"/>
          </p:nvPr>
        </p:nvSpPr>
        <p:spPr/>
        <p:txBody>
          <a:bodyPr/>
          <a:lstStyle/>
          <a:p>
            <a:r>
              <a:rPr lang="en-US">
                <a:solidFill>
                  <a:srgbClr val="002060"/>
                </a:solidFill>
              </a:rPr>
              <a:t>Our Team (6/6) </a:t>
            </a:r>
          </a:p>
        </p:txBody>
      </p:sp>
      <p:sp>
        <p:nvSpPr>
          <p:cNvPr id="6" name="Slide Number Placeholder 5">
            <a:extLst>
              <a:ext uri="{FF2B5EF4-FFF2-40B4-BE49-F238E27FC236}">
                <a16:creationId xmlns:a16="http://schemas.microsoft.com/office/drawing/2014/main" id="{E27A977D-FCBC-4B37-A692-BE5C18F9E332}"/>
              </a:ext>
            </a:extLst>
          </p:cNvPr>
          <p:cNvSpPr>
            <a:spLocks noGrp="1"/>
          </p:cNvSpPr>
          <p:nvPr>
            <p:ph type="sldNum" sz="quarter" idx="18"/>
          </p:nvPr>
        </p:nvSpPr>
        <p:spPr/>
        <p:txBody>
          <a:bodyPr/>
          <a:lstStyle/>
          <a:p>
            <a:fld id="{18D83B32-9155-4995-8F45-3D78EEA1AA14}" type="slidenum">
              <a:rPr lang="en-IN" dirty="0" smtClean="0"/>
              <a:pPr/>
              <a:t>7</a:t>
            </a:fld>
            <a:endParaRPr lang="en-IN" dirty="0"/>
          </a:p>
        </p:txBody>
      </p:sp>
      <p:grpSp>
        <p:nvGrpSpPr>
          <p:cNvPr id="14" name="Group 13">
            <a:extLst>
              <a:ext uri="{FF2B5EF4-FFF2-40B4-BE49-F238E27FC236}">
                <a16:creationId xmlns:a16="http://schemas.microsoft.com/office/drawing/2014/main" id="{98956510-7547-4C78-8634-4692B60051E9}"/>
              </a:ext>
            </a:extLst>
          </p:cNvPr>
          <p:cNvGrpSpPr/>
          <p:nvPr/>
        </p:nvGrpSpPr>
        <p:grpSpPr>
          <a:xfrm>
            <a:off x="1370471" y="810815"/>
            <a:ext cx="6978940" cy="1672234"/>
            <a:chOff x="1339305" y="920154"/>
            <a:chExt cx="6978940" cy="1760166"/>
          </a:xfrm>
        </p:grpSpPr>
        <p:grpSp>
          <p:nvGrpSpPr>
            <p:cNvPr id="16" name="Group 15">
              <a:extLst>
                <a:ext uri="{FF2B5EF4-FFF2-40B4-BE49-F238E27FC236}">
                  <a16:creationId xmlns:a16="http://schemas.microsoft.com/office/drawing/2014/main" id="{5B20DD7D-A520-4E5C-A16E-A2182BCFDE86}"/>
                </a:ext>
              </a:extLst>
            </p:cNvPr>
            <p:cNvGrpSpPr/>
            <p:nvPr/>
          </p:nvGrpSpPr>
          <p:grpSpPr>
            <a:xfrm>
              <a:off x="2327673" y="920154"/>
              <a:ext cx="5990572" cy="1483098"/>
              <a:chOff x="6254176" y="1030885"/>
              <a:chExt cx="5990572" cy="1483098"/>
            </a:xfrm>
          </p:grpSpPr>
          <p:sp>
            <p:nvSpPr>
              <p:cNvPr id="18" name="TextBox 17">
                <a:extLst>
                  <a:ext uri="{FF2B5EF4-FFF2-40B4-BE49-F238E27FC236}">
                    <a16:creationId xmlns:a16="http://schemas.microsoft.com/office/drawing/2014/main" id="{D5A234BF-7631-4829-88DF-B07FF48D6509}"/>
                  </a:ext>
                </a:extLst>
              </p:cNvPr>
              <p:cNvSpPr txBox="1"/>
              <p:nvPr/>
            </p:nvSpPr>
            <p:spPr>
              <a:xfrm flipH="1">
                <a:off x="6254176" y="1525827"/>
                <a:ext cx="5990572" cy="988156"/>
              </a:xfrm>
              <a:prstGeom prst="rect">
                <a:avLst/>
              </a:prstGeom>
              <a:noFill/>
            </p:spPr>
            <p:txBody>
              <a:bodyPr wrap="square" rtlCol="0" anchor="t">
                <a:spAutoFit/>
              </a:bodyPr>
              <a:lstStyle/>
              <a:p>
                <a:pPr rtl="0"/>
                <a:r>
                  <a:rPr lang="en-US" sz="1100"/>
                  <a:t>A seasoned software engineer, Mr. Raju masterfully merges technical prowess with a profound understanding of rural socio-political landscapes. At CDLC, he architects applications tailored to meet the unique needs and alleviate the challenges of rural communities. Leveraging his intricate knowledge of government policies, he spearheads initiatives to foster political awareness and empowerment, nurturing a grassroots movement towards informed and active participation in governance.</a:t>
                </a:r>
              </a:p>
            </p:txBody>
          </p:sp>
          <p:sp>
            <p:nvSpPr>
              <p:cNvPr id="19" name="TextBox 18">
                <a:extLst>
                  <a:ext uri="{FF2B5EF4-FFF2-40B4-BE49-F238E27FC236}">
                    <a16:creationId xmlns:a16="http://schemas.microsoft.com/office/drawing/2014/main" id="{DBB3CD44-1B27-4019-BDE5-AA9939DA80AC}"/>
                  </a:ext>
                </a:extLst>
              </p:cNvPr>
              <p:cNvSpPr txBox="1"/>
              <p:nvPr/>
            </p:nvSpPr>
            <p:spPr>
              <a:xfrm>
                <a:off x="6260391" y="1030885"/>
                <a:ext cx="2818301" cy="301936"/>
              </a:xfrm>
              <a:prstGeom prst="rect">
                <a:avLst/>
              </a:prstGeom>
              <a:noFill/>
            </p:spPr>
            <p:txBody>
              <a:bodyPr wrap="square" rtlCol="0" anchor="ctr">
                <a:spAutoFit/>
              </a:bodyPr>
              <a:lstStyle/>
              <a:p>
                <a:r>
                  <a:rPr lang="en-US" sz="1600" b="1">
                    <a:solidFill>
                      <a:srgbClr val="002060"/>
                    </a:solidFill>
                    <a:cs typeface="Arial" panose="020B0604020202020204" pitchFamily="34" charset="0"/>
                  </a:rPr>
                  <a:t>Raju </a:t>
                </a:r>
                <a:r>
                  <a:rPr lang="en-US" sz="1600" b="1" err="1">
                    <a:solidFill>
                      <a:srgbClr val="002060"/>
                    </a:solidFill>
                    <a:cs typeface="Arial" panose="020B0604020202020204" pitchFamily="34" charset="0"/>
                  </a:rPr>
                  <a:t>Mokide</a:t>
                </a:r>
                <a:endParaRPr lang="en-US" sz="1600" b="1">
                  <a:solidFill>
                    <a:srgbClr val="002060"/>
                  </a:solidFill>
                  <a:cs typeface="Arial" panose="020B0604020202020204" pitchFamily="34" charset="0"/>
                </a:endParaRPr>
              </a:p>
            </p:txBody>
          </p:sp>
          <p:sp>
            <p:nvSpPr>
              <p:cNvPr id="20" name="TextBox 19">
                <a:extLst>
                  <a:ext uri="{FF2B5EF4-FFF2-40B4-BE49-F238E27FC236}">
                    <a16:creationId xmlns:a16="http://schemas.microsoft.com/office/drawing/2014/main" id="{569C7361-801C-4069-AE31-98005FF6C29E}"/>
                  </a:ext>
                </a:extLst>
              </p:cNvPr>
              <p:cNvSpPr txBox="1"/>
              <p:nvPr/>
            </p:nvSpPr>
            <p:spPr>
              <a:xfrm>
                <a:off x="6260391" y="1283109"/>
                <a:ext cx="3730946" cy="260763"/>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Engineer, CDLC, Give NGO</a:t>
                </a:r>
              </a:p>
            </p:txBody>
          </p:sp>
        </p:grpSp>
        <p:sp>
          <p:nvSpPr>
            <p:cNvPr id="17" name="Freeform: Shape 16">
              <a:extLst>
                <a:ext uri="{FF2B5EF4-FFF2-40B4-BE49-F238E27FC236}">
                  <a16:creationId xmlns:a16="http://schemas.microsoft.com/office/drawing/2014/main" id="{88DF9472-7962-4095-95D7-047C17EAC24C}"/>
                </a:ext>
              </a:extLst>
            </p:cNvPr>
            <p:cNvSpPr/>
            <p:nvPr/>
          </p:nvSpPr>
          <p:spPr>
            <a:xfrm>
              <a:off x="1339305" y="2680320"/>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E3567408-B5E5-43E6-84B1-FFC73476184D}"/>
              </a:ext>
            </a:extLst>
          </p:cNvPr>
          <p:cNvGrpSpPr/>
          <p:nvPr/>
        </p:nvGrpSpPr>
        <p:grpSpPr>
          <a:xfrm>
            <a:off x="360690" y="4198651"/>
            <a:ext cx="7265870" cy="1828935"/>
            <a:chOff x="506500" y="4562440"/>
            <a:chExt cx="7265870" cy="1828935"/>
          </a:xfrm>
        </p:grpSpPr>
        <p:grpSp>
          <p:nvGrpSpPr>
            <p:cNvPr id="22" name="Group 21">
              <a:extLst>
                <a:ext uri="{FF2B5EF4-FFF2-40B4-BE49-F238E27FC236}">
                  <a16:creationId xmlns:a16="http://schemas.microsoft.com/office/drawing/2014/main" id="{6CD35436-BC0B-4571-ABD3-59B0328C2416}"/>
                </a:ext>
              </a:extLst>
            </p:cNvPr>
            <p:cNvGrpSpPr/>
            <p:nvPr/>
          </p:nvGrpSpPr>
          <p:grpSpPr>
            <a:xfrm>
              <a:off x="1350501" y="4562440"/>
              <a:ext cx="6421869" cy="1828547"/>
              <a:chOff x="1350501" y="4562440"/>
              <a:chExt cx="6421869" cy="1828547"/>
            </a:xfrm>
          </p:grpSpPr>
          <p:grpSp>
            <p:nvGrpSpPr>
              <p:cNvPr id="24" name="Group 23">
                <a:extLst>
                  <a:ext uri="{FF2B5EF4-FFF2-40B4-BE49-F238E27FC236}">
                    <a16:creationId xmlns:a16="http://schemas.microsoft.com/office/drawing/2014/main" id="{59B19855-46E2-4319-AB6B-4AD9B8936BB1}"/>
                  </a:ext>
                </a:extLst>
              </p:cNvPr>
              <p:cNvGrpSpPr/>
              <p:nvPr/>
            </p:nvGrpSpPr>
            <p:grpSpPr>
              <a:xfrm>
                <a:off x="2576421" y="4562440"/>
                <a:ext cx="5195949" cy="1500322"/>
                <a:chOff x="6502924" y="961434"/>
                <a:chExt cx="5195949" cy="1500322"/>
              </a:xfrm>
            </p:grpSpPr>
            <p:sp>
              <p:nvSpPr>
                <p:cNvPr id="26" name="TextBox 25">
                  <a:extLst>
                    <a:ext uri="{FF2B5EF4-FFF2-40B4-BE49-F238E27FC236}">
                      <a16:creationId xmlns:a16="http://schemas.microsoft.com/office/drawing/2014/main" id="{0CC7FBE3-1708-4382-97E3-1DED35B90AAA}"/>
                    </a:ext>
                  </a:extLst>
                </p:cNvPr>
                <p:cNvSpPr txBox="1"/>
                <p:nvPr/>
              </p:nvSpPr>
              <p:spPr>
                <a:xfrm flipH="1">
                  <a:off x="6521391" y="1523037"/>
                  <a:ext cx="5177482" cy="938719"/>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rPr>
                    <a:t>Combining technical proficiency with a heartfelt commitment to community development, Mr. Altaf leverages his extensive background in IT and project management to address educational challenges in rural areas. His early involvement in social initiatives and a deep understanding of rural dynamics make him an invaluable asset to the team, bringing innovative and practical solutions to the fore.</a:t>
                  </a:r>
                  <a:endParaRPr lang="en-US" sz="1100">
                    <a:solidFill>
                      <a:schemeClr val="accent4"/>
                    </a:solidFill>
                    <a:cs typeface="Arial" panose="020B0604020202020204" pitchFamily="34" charset="0"/>
                  </a:endParaRPr>
                </a:p>
              </p:txBody>
            </p:sp>
            <p:sp>
              <p:nvSpPr>
                <p:cNvPr id="27" name="TextBox 26">
                  <a:extLst>
                    <a:ext uri="{FF2B5EF4-FFF2-40B4-BE49-F238E27FC236}">
                      <a16:creationId xmlns:a16="http://schemas.microsoft.com/office/drawing/2014/main" id="{BC292639-E605-4185-8C5C-BA6220CF0820}"/>
                    </a:ext>
                  </a:extLst>
                </p:cNvPr>
                <p:cNvSpPr txBox="1"/>
                <p:nvPr/>
              </p:nvSpPr>
              <p:spPr>
                <a:xfrm>
                  <a:off x="6502924" y="961434"/>
                  <a:ext cx="2818301" cy="584775"/>
                </a:xfrm>
                <a:prstGeom prst="rect">
                  <a:avLst/>
                </a:prstGeom>
                <a:noFill/>
              </p:spPr>
              <p:txBody>
                <a:bodyPr wrap="square" rtlCol="0" anchor="ctr">
                  <a:spAutoFit/>
                </a:bodyPr>
                <a:lstStyle/>
                <a:p>
                  <a:r>
                    <a:rPr lang="en-US" sz="1600" b="1">
                      <a:solidFill>
                        <a:srgbClr val="002060"/>
                      </a:solidFill>
                      <a:cs typeface="Arial" panose="020B0604020202020204" pitchFamily="34" charset="0"/>
                    </a:rPr>
                    <a:t>Mohd Altaf Ur Rahman</a:t>
                  </a:r>
                </a:p>
                <a:p>
                  <a:endParaRPr lang="en-US" sz="1600" b="1">
                    <a:solidFill>
                      <a:srgbClr val="002060"/>
                    </a:solidFill>
                    <a:cs typeface="Arial" panose="020B0604020202020204" pitchFamily="34" charset="0"/>
                  </a:endParaRPr>
                </a:p>
              </p:txBody>
            </p:sp>
            <p:sp>
              <p:nvSpPr>
                <p:cNvPr id="28" name="TextBox 27">
                  <a:extLst>
                    <a:ext uri="{FF2B5EF4-FFF2-40B4-BE49-F238E27FC236}">
                      <a16:creationId xmlns:a16="http://schemas.microsoft.com/office/drawing/2014/main" id="{226DF062-0342-43A6-868D-9B4525D9D349}"/>
                    </a:ext>
                  </a:extLst>
                </p:cNvPr>
                <p:cNvSpPr txBox="1"/>
                <p:nvPr/>
              </p:nvSpPr>
              <p:spPr>
                <a:xfrm>
                  <a:off x="6522069" y="1197540"/>
                  <a:ext cx="3219670" cy="292388"/>
                </a:xfrm>
                <a:prstGeom prst="rect">
                  <a:avLst/>
                </a:prstGeom>
                <a:noFill/>
              </p:spPr>
              <p:txBody>
                <a:bodyPr wrap="square" rtlCol="0" anchor="ctr">
                  <a:spAutoFit/>
                </a:bodyPr>
                <a:lstStyle/>
                <a:p>
                  <a:r>
                    <a:rPr lang="en-US" sz="1300">
                      <a:solidFill>
                        <a:srgbClr val="002060"/>
                      </a:solidFill>
                      <a:latin typeface="+mj-lt"/>
                      <a:cs typeface="Arial" panose="020B0604020202020204" pitchFamily="34" charset="0"/>
                    </a:rPr>
                    <a:t>Project Engineer, NGO Give -USA</a:t>
                  </a:r>
                </a:p>
              </p:txBody>
            </p:sp>
          </p:grpSp>
          <p:sp>
            <p:nvSpPr>
              <p:cNvPr id="25" name="Freeform: Shape 24">
                <a:extLst>
                  <a:ext uri="{FF2B5EF4-FFF2-40B4-BE49-F238E27FC236}">
                    <a16:creationId xmlns:a16="http://schemas.microsoft.com/office/drawing/2014/main" id="{FDF8A093-0201-4AA1-89E1-1C6ABBB8188B}"/>
                  </a:ext>
                </a:extLst>
              </p:cNvPr>
              <p:cNvSpPr/>
              <p:nvPr/>
            </p:nvSpPr>
            <p:spPr>
              <a:xfrm>
                <a:off x="1350501" y="6390987"/>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Arc 22">
              <a:extLst>
                <a:ext uri="{FF2B5EF4-FFF2-40B4-BE49-F238E27FC236}">
                  <a16:creationId xmlns:a16="http://schemas.microsoft.com/office/drawing/2014/main" id="{830EE386-1E62-4CFF-9C04-A0A0348620E5}"/>
                </a:ext>
              </a:extLst>
            </p:cNvPr>
            <p:cNvSpPr/>
            <p:nvPr/>
          </p:nvSpPr>
          <p:spPr>
            <a:xfrm>
              <a:off x="506500" y="4612067"/>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0B179635-A452-4C05-8C50-A615CF195218}"/>
              </a:ext>
            </a:extLst>
          </p:cNvPr>
          <p:cNvGrpSpPr/>
          <p:nvPr/>
        </p:nvGrpSpPr>
        <p:grpSpPr>
          <a:xfrm>
            <a:off x="1730477" y="2352256"/>
            <a:ext cx="9914025" cy="1780175"/>
            <a:chOff x="4291804" y="2756199"/>
            <a:chExt cx="7311701" cy="1780175"/>
          </a:xfrm>
        </p:grpSpPr>
        <p:grpSp>
          <p:nvGrpSpPr>
            <p:cNvPr id="30" name="Group 29">
              <a:extLst>
                <a:ext uri="{FF2B5EF4-FFF2-40B4-BE49-F238E27FC236}">
                  <a16:creationId xmlns:a16="http://schemas.microsoft.com/office/drawing/2014/main" id="{E3B03D49-4CA4-4D87-940A-4DB5EB84C011}"/>
                </a:ext>
              </a:extLst>
            </p:cNvPr>
            <p:cNvGrpSpPr/>
            <p:nvPr/>
          </p:nvGrpSpPr>
          <p:grpSpPr>
            <a:xfrm>
              <a:off x="4291804" y="3294238"/>
              <a:ext cx="6386732" cy="1242136"/>
              <a:chOff x="4291804" y="3294238"/>
              <a:chExt cx="6386732" cy="1242136"/>
            </a:xfrm>
          </p:grpSpPr>
          <p:grpSp>
            <p:nvGrpSpPr>
              <p:cNvPr id="32" name="Group 31">
                <a:extLst>
                  <a:ext uri="{FF2B5EF4-FFF2-40B4-BE49-F238E27FC236}">
                    <a16:creationId xmlns:a16="http://schemas.microsoft.com/office/drawing/2014/main" id="{0CC7800E-AC22-47F0-B710-4C5766FCC507}"/>
                  </a:ext>
                </a:extLst>
              </p:cNvPr>
              <p:cNvGrpSpPr/>
              <p:nvPr/>
            </p:nvGrpSpPr>
            <p:grpSpPr>
              <a:xfrm flipH="1">
                <a:off x="5368127" y="3294238"/>
                <a:ext cx="4930961" cy="1064734"/>
                <a:chOff x="5737420" y="1549100"/>
                <a:chExt cx="4930961" cy="1064734"/>
              </a:xfrm>
            </p:grpSpPr>
            <p:sp>
              <p:nvSpPr>
                <p:cNvPr id="34" name="TextBox 33">
                  <a:extLst>
                    <a:ext uri="{FF2B5EF4-FFF2-40B4-BE49-F238E27FC236}">
                      <a16:creationId xmlns:a16="http://schemas.microsoft.com/office/drawing/2014/main" id="{F0E3F427-FFB6-40FC-A5A3-2EF9D0722C81}"/>
                    </a:ext>
                  </a:extLst>
                </p:cNvPr>
                <p:cNvSpPr txBox="1"/>
                <p:nvPr/>
              </p:nvSpPr>
              <p:spPr>
                <a:xfrm flipH="1">
                  <a:off x="5737420" y="1844393"/>
                  <a:ext cx="4053570" cy="769441"/>
                </a:xfrm>
                <a:prstGeom prst="rect">
                  <a:avLst/>
                </a:prstGeom>
                <a:noFill/>
              </p:spPr>
              <p:txBody>
                <a:bodyPr wrap="square" rtlCol="0" anchor="t">
                  <a:spAutoFit/>
                </a:bodyPr>
                <a:lstStyle/>
                <a:p>
                  <a:pPr algn="just">
                    <a:buClr>
                      <a:prstClr val="black">
                        <a:lumMod val="65000"/>
                        <a:lumOff val="35000"/>
                      </a:prstClr>
                    </a:buClr>
                    <a:buSzPct val="150000"/>
                  </a:pPr>
                  <a:r>
                    <a:rPr lang="en-US" sz="1100" b="0" i="0">
                      <a:solidFill>
                        <a:srgbClr val="374151"/>
                      </a:solidFill>
                      <a:effectLst/>
                    </a:rPr>
                    <a:t>Holding a Masters in Business Administration, Mr. </a:t>
                  </a:r>
                  <a:r>
                    <a:rPr lang="en-US" sz="1100">
                      <a:solidFill>
                        <a:srgbClr val="002060"/>
                      </a:solidFill>
                      <a:latin typeface="Arial" panose="020B0604020202020204" pitchFamily="34" charset="0"/>
                      <a:cs typeface="Arial" panose="020B0604020202020204" pitchFamily="34" charset="0"/>
                    </a:rPr>
                    <a:t>Hakim</a:t>
                  </a:r>
                  <a:r>
                    <a:rPr lang="en-US" sz="1100" b="0" i="0">
                      <a:solidFill>
                        <a:srgbClr val="374151"/>
                      </a:solidFill>
                      <a:effectLst/>
                    </a:rPr>
                    <a:t> brings to the table 15 years of rich experience in social activities, particularly in rural development. His vast knowledge in addressing the educational gaps and fostering youth empowerment in rural areas is instrumental in steering the financial operations of the initiative.</a:t>
                  </a:r>
                  <a:endParaRPr lang="en-US" sz="1100">
                    <a:solidFill>
                      <a:schemeClr val="accent4"/>
                    </a:solidFill>
                    <a:cs typeface="Arial" panose="020B0604020202020204" pitchFamily="34" charset="0"/>
                  </a:endParaRPr>
                </a:p>
              </p:txBody>
            </p:sp>
            <p:sp>
              <p:nvSpPr>
                <p:cNvPr id="36" name="TextBox 35">
                  <a:extLst>
                    <a:ext uri="{FF2B5EF4-FFF2-40B4-BE49-F238E27FC236}">
                      <a16:creationId xmlns:a16="http://schemas.microsoft.com/office/drawing/2014/main" id="{DA453576-0CB0-4501-A990-57639BDDDD4F}"/>
                    </a:ext>
                  </a:extLst>
                </p:cNvPr>
                <p:cNvSpPr txBox="1"/>
                <p:nvPr/>
              </p:nvSpPr>
              <p:spPr>
                <a:xfrm>
                  <a:off x="5777227" y="1549100"/>
                  <a:ext cx="4891154" cy="292388"/>
                </a:xfrm>
                <a:prstGeom prst="rect">
                  <a:avLst/>
                </a:prstGeom>
                <a:noFill/>
              </p:spPr>
              <p:txBody>
                <a:bodyPr wrap="square" rtlCol="0" anchor="ctr">
                  <a:spAutoFit/>
                </a:bodyPr>
                <a:lstStyle/>
                <a:p>
                  <a:pPr lvl="6" algn="r"/>
                  <a:r>
                    <a:rPr lang="en-US" sz="1300">
                      <a:solidFill>
                        <a:srgbClr val="002060"/>
                      </a:solidFill>
                      <a:latin typeface="+mj-lt"/>
                      <a:cs typeface="Arial" panose="020B0604020202020204" pitchFamily="34" charset="0"/>
                    </a:rPr>
                    <a:t>Financial Operations Lead, CDLC, Give NGO</a:t>
                  </a:r>
                </a:p>
              </p:txBody>
            </p:sp>
          </p:grpSp>
          <p:sp>
            <p:nvSpPr>
              <p:cNvPr id="33" name="Freeform: Shape 32">
                <a:extLst>
                  <a:ext uri="{FF2B5EF4-FFF2-40B4-BE49-F238E27FC236}">
                    <a16:creationId xmlns:a16="http://schemas.microsoft.com/office/drawing/2014/main" id="{55F61921-7C40-4A42-919F-129CB519EBC8}"/>
                  </a:ext>
                </a:extLst>
              </p:cNvPr>
              <p:cNvSpPr/>
              <p:nvPr/>
            </p:nvSpPr>
            <p:spPr>
              <a:xfrm flipH="1">
                <a:off x="4291804" y="4536374"/>
                <a:ext cx="6386732" cy="0"/>
              </a:xfrm>
              <a:custGeom>
                <a:avLst/>
                <a:gdLst>
                  <a:gd name="connsiteX0" fmla="*/ 0 w 6386732"/>
                  <a:gd name="connsiteY0" fmla="*/ 309489 h 309489"/>
                  <a:gd name="connsiteX1" fmla="*/ 6386732 w 6386732"/>
                  <a:gd name="connsiteY1" fmla="*/ 309489 h 309489"/>
                  <a:gd name="connsiteX2" fmla="*/ 6386732 w 6386732"/>
                  <a:gd name="connsiteY2" fmla="*/ 0 h 309489"/>
                  <a:gd name="connsiteX0" fmla="*/ 0 w 6386732"/>
                  <a:gd name="connsiteY0" fmla="*/ 0 h 0"/>
                  <a:gd name="connsiteX1" fmla="*/ 6386732 w 6386732"/>
                  <a:gd name="connsiteY1" fmla="*/ 0 h 0"/>
                </a:gdLst>
                <a:ahLst/>
                <a:cxnLst>
                  <a:cxn ang="0">
                    <a:pos x="connsiteX0" y="connsiteY0"/>
                  </a:cxn>
                  <a:cxn ang="0">
                    <a:pos x="connsiteX1" y="connsiteY1"/>
                  </a:cxn>
                </a:cxnLst>
                <a:rect l="l" t="t" r="r" b="b"/>
                <a:pathLst>
                  <a:path w="6386732">
                    <a:moveTo>
                      <a:pt x="0" y="0"/>
                    </a:moveTo>
                    <a:lnTo>
                      <a:pt x="6386732" y="0"/>
                    </a:lnTo>
                  </a:path>
                </a:pathLst>
              </a:custGeom>
              <a:noFill/>
              <a:ln>
                <a:solidFill>
                  <a:schemeClr val="bg2">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Arc 30">
              <a:extLst>
                <a:ext uri="{FF2B5EF4-FFF2-40B4-BE49-F238E27FC236}">
                  <a16:creationId xmlns:a16="http://schemas.microsoft.com/office/drawing/2014/main" id="{6342C8F1-1F6D-4C11-8727-3E2BE4C08609}"/>
                </a:ext>
              </a:extLst>
            </p:cNvPr>
            <p:cNvSpPr/>
            <p:nvPr/>
          </p:nvSpPr>
          <p:spPr>
            <a:xfrm>
              <a:off x="9824197" y="2756199"/>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TextBox 1">
            <a:extLst>
              <a:ext uri="{FF2B5EF4-FFF2-40B4-BE49-F238E27FC236}">
                <a16:creationId xmlns:a16="http://schemas.microsoft.com/office/drawing/2014/main" id="{D2F63021-8970-FA74-E885-B40EEE6EF84A}"/>
              </a:ext>
            </a:extLst>
          </p:cNvPr>
          <p:cNvSpPr txBox="1"/>
          <p:nvPr/>
        </p:nvSpPr>
        <p:spPr>
          <a:xfrm>
            <a:off x="6922953" y="2670930"/>
            <a:ext cx="2818301" cy="338554"/>
          </a:xfrm>
          <a:prstGeom prst="rect">
            <a:avLst/>
          </a:prstGeom>
          <a:noFill/>
        </p:spPr>
        <p:txBody>
          <a:bodyPr wrap="square" rtlCol="0" anchor="ctr">
            <a:spAutoFit/>
          </a:bodyPr>
          <a:lstStyle/>
          <a:p>
            <a:pPr algn="r"/>
            <a:r>
              <a:rPr lang="en-US" sz="1600" b="1">
                <a:solidFill>
                  <a:srgbClr val="002060"/>
                </a:solidFill>
                <a:latin typeface="Arial" panose="020B0604020202020204" pitchFamily="34" charset="0"/>
                <a:cs typeface="Arial" panose="020B0604020202020204" pitchFamily="34" charset="0"/>
              </a:rPr>
              <a:t>Mohammed Abdul Hakim</a:t>
            </a:r>
          </a:p>
        </p:txBody>
      </p:sp>
      <p:sp>
        <p:nvSpPr>
          <p:cNvPr id="3" name="Arc 2">
            <a:extLst>
              <a:ext uri="{FF2B5EF4-FFF2-40B4-BE49-F238E27FC236}">
                <a16:creationId xmlns:a16="http://schemas.microsoft.com/office/drawing/2014/main" id="{AEC90F65-A62F-46E9-B87A-19CA2C5CC9D2}"/>
              </a:ext>
            </a:extLst>
          </p:cNvPr>
          <p:cNvSpPr/>
          <p:nvPr/>
        </p:nvSpPr>
        <p:spPr>
          <a:xfrm>
            <a:off x="247619" y="703741"/>
            <a:ext cx="1779308" cy="1779308"/>
          </a:xfrm>
          <a:prstGeom prst="arc">
            <a:avLst>
              <a:gd name="adj1" fmla="val 15976371"/>
              <a:gd name="adj2" fmla="val 5602889"/>
            </a:avLst>
          </a:prstGeom>
          <a:ln>
            <a:solidFill>
              <a:schemeClr val="accent2">
                <a:lumMod val="60000"/>
                <a:lumOff val="4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1515538843"/>
      </p:ext>
    </p:extLst>
  </p:cSld>
  <p:clrMapOvr>
    <a:masterClrMapping/>
  </p:clrMapOvr>
</p:sld>
</file>

<file path=ppt/theme/theme1.xml><?xml version="1.0" encoding="utf-8"?>
<a:theme xmlns:a="http://schemas.openxmlformats.org/drawingml/2006/main" name="Office Theme">
  <a:themeElements>
    <a:clrScheme name="Custom 22">
      <a:dk1>
        <a:sysClr val="windowText" lastClr="000000"/>
      </a:dk1>
      <a:lt1>
        <a:sysClr val="window" lastClr="FFFFFF"/>
      </a:lt1>
      <a:dk2>
        <a:srgbClr val="000000"/>
      </a:dk2>
      <a:lt2>
        <a:srgbClr val="FFFFFF"/>
      </a:lt2>
      <a:accent1>
        <a:srgbClr val="034A7A"/>
      </a:accent1>
      <a:accent2>
        <a:srgbClr val="13CBCD"/>
      </a:accent2>
      <a:accent3>
        <a:srgbClr val="6AE6CA"/>
      </a:accent3>
      <a:accent4>
        <a:srgbClr val="2C2C2C"/>
      </a:accent4>
      <a:accent5>
        <a:srgbClr val="434343"/>
      </a:accent5>
      <a:accent6>
        <a:srgbClr val="4A4A4A"/>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5291</Words>
  <Application>Microsoft Office PowerPoint</Application>
  <PresentationFormat>Widescreen</PresentationFormat>
  <Paragraphs>529</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GIVE NGO</vt:lpstr>
      <vt:lpstr>Our Team (1/6) </vt:lpstr>
      <vt:lpstr>Our Team (2/6) </vt:lpstr>
      <vt:lpstr>Our Team (3/6) </vt:lpstr>
      <vt:lpstr>Our Team (4/6) </vt:lpstr>
      <vt:lpstr>Our Team (5/6) </vt:lpstr>
      <vt:lpstr>Our Team (6/6)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pc52</dc:creator>
  <cp:lastModifiedBy>Give NGO</cp:lastModifiedBy>
  <cp:revision>16</cp:revision>
  <dcterms:created xsi:type="dcterms:W3CDTF">2019-06-07T10:36:33Z</dcterms:created>
  <dcterms:modified xsi:type="dcterms:W3CDTF">2023-09-22T09:28:39Z</dcterms:modified>
</cp:coreProperties>
</file>